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E8930C0-D7BD-476E-950C-4F007CB8AB9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40088DA-1E63-4BBF-BE7B-37ACB609926A}">
      <dgm:prSet custT="1"/>
      <dgm:spPr/>
      <dgm:t>
        <a:bodyPr/>
        <a:lstStyle/>
        <a:p>
          <a:r>
            <a:rPr lang="en-US" sz="1400" dirty="0" err="1"/>
            <a:t>Các</a:t>
          </a:r>
          <a:r>
            <a:rPr lang="en-US" sz="1400" dirty="0"/>
            <a:t> </a:t>
          </a:r>
          <a:r>
            <a:rPr lang="en-US" sz="1400" dirty="0" err="1"/>
            <a:t>bình</a:t>
          </a:r>
          <a:r>
            <a:rPr lang="en-US" sz="1400" dirty="0"/>
            <a:t> </a:t>
          </a:r>
          <a:r>
            <a:rPr lang="en-US" sz="1400" dirty="0" err="1"/>
            <a:t>chứa</a:t>
          </a:r>
          <a:r>
            <a:rPr lang="en-US" sz="1400" dirty="0"/>
            <a:t> </a:t>
          </a:r>
          <a:r>
            <a:rPr lang="en-US" sz="1400" dirty="0" err="1"/>
            <a:t>nước</a:t>
          </a:r>
          <a:r>
            <a:rPr lang="en-US" sz="1400" dirty="0"/>
            <a:t> </a:t>
          </a:r>
          <a:r>
            <a:rPr lang="en-US" sz="1400" dirty="0" err="1"/>
            <a:t>theo</a:t>
          </a:r>
          <a:r>
            <a:rPr lang="en-US" sz="1400" dirty="0"/>
            <a:t> </a:t>
          </a:r>
          <a:r>
            <a:rPr lang="en-US" sz="1400" dirty="0" err="1"/>
            <a:t>thứ</a:t>
          </a:r>
          <a:r>
            <a:rPr lang="en-US" sz="1400" dirty="0"/>
            <a:t> </a:t>
          </a:r>
          <a:r>
            <a:rPr lang="en-US" sz="1400" dirty="0" err="1"/>
            <a:t>tự</a:t>
          </a:r>
          <a:r>
            <a:rPr lang="en-US" sz="1400" dirty="0"/>
            <a:t>: </a:t>
          </a:r>
        </a:p>
        <a:p>
          <a:r>
            <a:rPr lang="en-US" sz="1400" dirty="0" err="1"/>
            <a:t>Nước</a:t>
          </a:r>
          <a:r>
            <a:rPr lang="en-US" sz="1400" dirty="0"/>
            <a:t> </a:t>
          </a:r>
          <a:r>
            <a:rPr lang="en-US" sz="1400" dirty="0" err="1"/>
            <a:t>công</a:t>
          </a:r>
          <a:r>
            <a:rPr lang="en-US" sz="1400" dirty="0"/>
            <a:t> </a:t>
          </a:r>
          <a:r>
            <a:rPr lang="en-US" sz="1400" dirty="0" err="1"/>
            <a:t>nghiệp</a:t>
          </a:r>
          <a:endParaRPr lang="en-US" sz="1400" dirty="0"/>
        </a:p>
        <a:p>
          <a:r>
            <a:rPr lang="en-US" sz="1400" dirty="0" err="1"/>
            <a:t>Nước</a:t>
          </a:r>
          <a:r>
            <a:rPr lang="en-US" sz="1400" dirty="0"/>
            <a:t> </a:t>
          </a:r>
          <a:r>
            <a:rPr lang="en-US" sz="1400" dirty="0" err="1"/>
            <a:t>tưới</a:t>
          </a:r>
          <a:r>
            <a:rPr lang="en-US" sz="1400" dirty="0"/>
            <a:t> </a:t>
          </a:r>
          <a:r>
            <a:rPr lang="en-US" sz="1400" dirty="0" err="1"/>
            <a:t>cây</a:t>
          </a:r>
          <a:r>
            <a:rPr lang="en-US" sz="1400" dirty="0"/>
            <a:t> (</a:t>
          </a:r>
          <a:r>
            <a:rPr lang="en-US" sz="1400" dirty="0" err="1"/>
            <a:t>được</a:t>
          </a:r>
          <a:r>
            <a:rPr lang="en-US" sz="1400" dirty="0"/>
            <a:t> </a:t>
          </a:r>
          <a:r>
            <a:rPr lang="en-US" sz="1400" dirty="0" err="1"/>
            <a:t>điều</a:t>
          </a:r>
          <a:r>
            <a:rPr lang="en-US" sz="1400" dirty="0"/>
            <a:t> </a:t>
          </a:r>
          <a:r>
            <a:rPr lang="en-US" sz="1400" dirty="0" err="1"/>
            <a:t>chỉnh</a:t>
          </a:r>
          <a:r>
            <a:rPr lang="en-US" sz="1400" dirty="0"/>
            <a:t> pH)</a:t>
          </a:r>
        </a:p>
        <a:p>
          <a:r>
            <a:rPr lang="en-US" sz="1400" dirty="0" err="1"/>
            <a:t>Nước</a:t>
          </a:r>
          <a:r>
            <a:rPr lang="en-US" sz="1400" dirty="0"/>
            <a:t> </a:t>
          </a:r>
          <a:r>
            <a:rPr lang="en-US" sz="1400" dirty="0" err="1"/>
            <a:t>sạch</a:t>
          </a:r>
          <a:r>
            <a:rPr lang="en-US" sz="1400" dirty="0"/>
            <a:t> (</a:t>
          </a:r>
          <a:r>
            <a:rPr lang="en-US" sz="1400" dirty="0" err="1"/>
            <a:t>được</a:t>
          </a:r>
          <a:r>
            <a:rPr lang="en-US" sz="1400" dirty="0"/>
            <a:t> </a:t>
          </a:r>
          <a:r>
            <a:rPr lang="en-US" sz="1400" dirty="0" err="1"/>
            <a:t>chỉnh</a:t>
          </a:r>
          <a:r>
            <a:rPr lang="en-US" sz="1400" dirty="0"/>
            <a:t> pH </a:t>
          </a:r>
          <a:r>
            <a:rPr lang="en-US" sz="1400" dirty="0" err="1"/>
            <a:t>và</a:t>
          </a:r>
          <a:r>
            <a:rPr lang="en-US" sz="1400" dirty="0"/>
            <a:t> </a:t>
          </a:r>
          <a:r>
            <a:rPr lang="en-US" sz="1400" dirty="0" err="1"/>
            <a:t>lọc</a:t>
          </a:r>
          <a:r>
            <a:rPr lang="en-US" sz="1400" dirty="0"/>
            <a:t>)</a:t>
          </a:r>
        </a:p>
      </dgm:t>
    </dgm:pt>
    <dgm:pt modelId="{00A2D57F-1004-4D50-8658-67E5C78EA701}" type="parTrans" cxnId="{07EB6A99-D7D0-456F-AF6F-9DE8CD4FCD7F}">
      <dgm:prSet/>
      <dgm:spPr/>
      <dgm:t>
        <a:bodyPr/>
        <a:lstStyle/>
        <a:p>
          <a:endParaRPr lang="en-US"/>
        </a:p>
      </dgm:t>
    </dgm:pt>
    <dgm:pt modelId="{30E7B728-DB07-41A5-BCFA-8D3B534568D4}" type="sibTrans" cxnId="{07EB6A99-D7D0-456F-AF6F-9DE8CD4FCD7F}">
      <dgm:prSet/>
      <dgm:spPr/>
      <dgm:t>
        <a:bodyPr/>
        <a:lstStyle/>
        <a:p>
          <a:endParaRPr lang="en-US"/>
        </a:p>
      </dgm:t>
    </dgm:pt>
    <dgm:pt modelId="{4F22CE87-EA88-4436-AA81-8845E2DD1A77}">
      <dgm:prSet custT="1"/>
      <dgm:spPr/>
      <dgm:t>
        <a:bodyPr/>
        <a:lstStyle/>
        <a:p>
          <a:r>
            <a:rPr lang="en-US" sz="1400" dirty="0" err="1"/>
            <a:t>Mỗi</a:t>
          </a:r>
          <a:r>
            <a:rPr lang="en-US" sz="1400" dirty="0"/>
            <a:t> </a:t>
          </a:r>
          <a:r>
            <a:rPr lang="en-US" sz="1400" dirty="0" err="1"/>
            <a:t>bình</a:t>
          </a:r>
          <a:r>
            <a:rPr lang="en-US" sz="1400" dirty="0"/>
            <a:t> </a:t>
          </a:r>
          <a:r>
            <a:rPr lang="en-US" sz="1400" dirty="0" err="1"/>
            <a:t>sẽ</a:t>
          </a:r>
          <a:r>
            <a:rPr lang="en-US" sz="1400" dirty="0"/>
            <a:t> </a:t>
          </a:r>
          <a:r>
            <a:rPr lang="en-US" sz="1400" dirty="0" err="1"/>
            <a:t>có</a:t>
          </a:r>
          <a:r>
            <a:rPr lang="en-US" sz="1400" dirty="0"/>
            <a:t>: Van </a:t>
          </a:r>
          <a:r>
            <a:rPr lang="en-US" sz="1400" dirty="0" err="1"/>
            <a:t>xả</a:t>
          </a:r>
          <a:r>
            <a:rPr lang="en-US" sz="1400" dirty="0"/>
            <a:t> (</a:t>
          </a:r>
          <a:r>
            <a:rPr lang="en-US" sz="1400" dirty="0" err="1"/>
            <a:t>bên</a:t>
          </a:r>
          <a:r>
            <a:rPr lang="en-US" sz="1400" dirty="0"/>
            <a:t> </a:t>
          </a:r>
          <a:r>
            <a:rPr lang="en-US" sz="1400" dirty="0" err="1"/>
            <a:t>trái</a:t>
          </a:r>
          <a:r>
            <a:rPr lang="en-US" sz="1400" dirty="0"/>
            <a:t>)</a:t>
          </a:r>
        </a:p>
        <a:p>
          <a:r>
            <a:rPr lang="en-US" sz="1400" dirty="0"/>
            <a:t>Van </a:t>
          </a:r>
          <a:r>
            <a:rPr lang="en-US" sz="1400" dirty="0" err="1"/>
            <a:t>cấp</a:t>
          </a:r>
          <a:r>
            <a:rPr lang="en-US" sz="1400" dirty="0"/>
            <a:t> </a:t>
          </a:r>
          <a:r>
            <a:rPr lang="en-US" sz="1400" dirty="0" err="1"/>
            <a:t>nước</a:t>
          </a:r>
          <a:r>
            <a:rPr lang="en-US" sz="1400" dirty="0"/>
            <a:t> </a:t>
          </a:r>
          <a:r>
            <a:rPr lang="en-US" sz="1400" dirty="0" err="1"/>
            <a:t>đi</a:t>
          </a:r>
          <a:r>
            <a:rPr lang="en-US" sz="1400" dirty="0"/>
            <a:t> (</a:t>
          </a:r>
          <a:r>
            <a:rPr lang="en-US" sz="1400" dirty="0" err="1"/>
            <a:t>bên</a:t>
          </a:r>
          <a:r>
            <a:rPr lang="en-US" sz="1400" dirty="0"/>
            <a:t> </a:t>
          </a:r>
          <a:r>
            <a:rPr lang="en-US" sz="1400" dirty="0" err="1"/>
            <a:t>phải</a:t>
          </a:r>
          <a:r>
            <a:rPr lang="en-US" sz="1400" dirty="0"/>
            <a:t>) </a:t>
          </a:r>
        </a:p>
        <a:p>
          <a:r>
            <a:rPr lang="en-US" sz="1400" dirty="0" err="1"/>
            <a:t>Máy</a:t>
          </a:r>
          <a:r>
            <a:rPr lang="en-US" sz="1400" dirty="0"/>
            <a:t> </a:t>
          </a:r>
          <a:r>
            <a:rPr lang="en-US" sz="1400" dirty="0" err="1"/>
            <a:t>bơm</a:t>
          </a:r>
          <a:r>
            <a:rPr lang="en-US" sz="1400" dirty="0"/>
            <a:t> </a:t>
          </a:r>
          <a:r>
            <a:rPr lang="en-US" sz="1400" dirty="0" err="1"/>
            <a:t>đến</a:t>
          </a:r>
          <a:r>
            <a:rPr lang="en-US" sz="1400" dirty="0"/>
            <a:t> </a:t>
          </a:r>
          <a:r>
            <a:rPr lang="en-US" sz="1400" dirty="0" err="1"/>
            <a:t>bình</a:t>
          </a:r>
          <a:r>
            <a:rPr lang="en-US" sz="1400" dirty="0"/>
            <a:t> </a:t>
          </a:r>
          <a:r>
            <a:rPr lang="en-US" sz="1400" dirty="0" err="1"/>
            <a:t>khác</a:t>
          </a:r>
          <a:r>
            <a:rPr lang="en-US" sz="1400" dirty="0"/>
            <a:t> (</a:t>
          </a:r>
          <a:r>
            <a:rPr lang="en-US" sz="1400" dirty="0" err="1"/>
            <a:t>bên</a:t>
          </a:r>
          <a:r>
            <a:rPr lang="en-US" sz="1400" dirty="0"/>
            <a:t> </a:t>
          </a:r>
          <a:r>
            <a:rPr lang="en-US" sz="1400" dirty="0" err="1"/>
            <a:t>dưới</a:t>
          </a:r>
          <a:r>
            <a:rPr lang="en-US" sz="1400" dirty="0"/>
            <a:t>) </a:t>
          </a:r>
        </a:p>
        <a:p>
          <a:r>
            <a:rPr lang="en-US" sz="1400" dirty="0" err="1"/>
            <a:t>Cảm</a:t>
          </a:r>
          <a:r>
            <a:rPr lang="en-US" sz="1400" dirty="0"/>
            <a:t> </a:t>
          </a:r>
          <a:r>
            <a:rPr lang="en-US" sz="1400" dirty="0" err="1"/>
            <a:t>biến</a:t>
          </a:r>
          <a:r>
            <a:rPr lang="en-US" sz="1400" dirty="0"/>
            <a:t> </a:t>
          </a:r>
          <a:r>
            <a:rPr lang="en-US" sz="1400" dirty="0" err="1"/>
            <a:t>nước</a:t>
          </a:r>
          <a:r>
            <a:rPr lang="en-US" sz="1400" dirty="0"/>
            <a:t> </a:t>
          </a:r>
          <a:r>
            <a:rPr lang="en-US" sz="1400" dirty="0" err="1"/>
            <a:t>đầy</a:t>
          </a:r>
          <a:r>
            <a:rPr lang="en-US" sz="1400" dirty="0"/>
            <a:t> (</a:t>
          </a:r>
          <a:r>
            <a:rPr lang="en-US" sz="1400" dirty="0" err="1"/>
            <a:t>tím</a:t>
          </a:r>
          <a:r>
            <a:rPr lang="en-US" sz="1400" dirty="0"/>
            <a:t>) </a:t>
          </a:r>
          <a:r>
            <a:rPr lang="en-US" sz="1400" dirty="0" err="1"/>
            <a:t>và</a:t>
          </a:r>
          <a:r>
            <a:rPr lang="en-US" sz="1400" dirty="0"/>
            <a:t> </a:t>
          </a:r>
          <a:r>
            <a:rPr lang="en-US" sz="1400" dirty="0" err="1"/>
            <a:t>nước</a:t>
          </a:r>
          <a:r>
            <a:rPr lang="en-US" sz="1400" dirty="0"/>
            <a:t> </a:t>
          </a:r>
          <a:r>
            <a:rPr lang="en-US" sz="1400" dirty="0" err="1"/>
            <a:t>cạn</a:t>
          </a:r>
          <a:r>
            <a:rPr lang="en-US" sz="1400" dirty="0"/>
            <a:t> (</a:t>
          </a:r>
          <a:r>
            <a:rPr lang="en-US" sz="1400" dirty="0" err="1"/>
            <a:t>vàng</a:t>
          </a:r>
          <a:r>
            <a:rPr lang="en-US" sz="1400" dirty="0"/>
            <a:t>)</a:t>
          </a:r>
        </a:p>
      </dgm:t>
    </dgm:pt>
    <dgm:pt modelId="{9CB2ABFB-79ED-4627-8619-EAAA32AC91D0}" type="parTrans" cxnId="{C5CF9A4B-D380-4152-9113-2EE801303E68}">
      <dgm:prSet/>
      <dgm:spPr/>
      <dgm:t>
        <a:bodyPr/>
        <a:lstStyle/>
        <a:p>
          <a:endParaRPr lang="en-US"/>
        </a:p>
      </dgm:t>
    </dgm:pt>
    <dgm:pt modelId="{ECEB59CA-D031-47FD-9692-31C9F5E4663F}" type="sibTrans" cxnId="{C5CF9A4B-D380-4152-9113-2EE801303E68}">
      <dgm:prSet/>
      <dgm:spPr/>
      <dgm:t>
        <a:bodyPr/>
        <a:lstStyle/>
        <a:p>
          <a:endParaRPr lang="en-US"/>
        </a:p>
      </dgm:t>
    </dgm:pt>
    <dgm:pt modelId="{14B41EF4-51E8-4D05-BF22-CE493A76F601}">
      <dgm:prSet custT="1"/>
      <dgm:spPr/>
      <dgm:t>
        <a:bodyPr/>
        <a:lstStyle/>
        <a:p>
          <a:r>
            <a:rPr lang="en-US" sz="1400" dirty="0"/>
            <a:t>Khi </a:t>
          </a:r>
          <a:r>
            <a:rPr lang="en-US" sz="1400" dirty="0" err="1"/>
            <a:t>bơm</a:t>
          </a:r>
          <a:r>
            <a:rPr lang="en-US" sz="1400" dirty="0"/>
            <a:t> </a:t>
          </a:r>
          <a:r>
            <a:rPr lang="en-US" sz="1400" dirty="0" err="1"/>
            <a:t>từ</a:t>
          </a:r>
          <a:r>
            <a:rPr lang="en-US" sz="1400" dirty="0"/>
            <a:t> </a:t>
          </a:r>
          <a:r>
            <a:rPr lang="en-US" sz="1400" dirty="0" err="1"/>
            <a:t>bình</a:t>
          </a:r>
          <a:r>
            <a:rPr lang="en-US" sz="1400" dirty="0"/>
            <a:t> 1 sang 2 </a:t>
          </a:r>
          <a:r>
            <a:rPr lang="en-US" sz="1400" dirty="0" err="1"/>
            <a:t>sẽ</a:t>
          </a:r>
          <a:r>
            <a:rPr lang="en-US" sz="1400" dirty="0"/>
            <a:t> </a:t>
          </a:r>
          <a:r>
            <a:rPr lang="en-US" sz="1400" dirty="0" err="1"/>
            <a:t>có</a:t>
          </a:r>
          <a:r>
            <a:rPr lang="en-US" sz="1400" dirty="0"/>
            <a:t> </a:t>
          </a:r>
          <a:r>
            <a:rPr lang="en-US" sz="1400" dirty="0" err="1"/>
            <a:t>cảm</a:t>
          </a:r>
          <a:r>
            <a:rPr lang="en-US" sz="1400" dirty="0"/>
            <a:t> </a:t>
          </a:r>
          <a:r>
            <a:rPr lang="en-US" sz="1400" dirty="0" err="1"/>
            <a:t>biến</a:t>
          </a:r>
          <a:r>
            <a:rPr lang="en-US" sz="1400" dirty="0"/>
            <a:t> pH  </a:t>
          </a:r>
          <a:r>
            <a:rPr lang="en-US" sz="1400" dirty="0" err="1"/>
            <a:t>Bộ</a:t>
          </a:r>
          <a:r>
            <a:rPr lang="en-US" sz="1400" dirty="0"/>
            <a:t> </a:t>
          </a:r>
          <a:r>
            <a:rPr lang="en-US" sz="1400" dirty="0" err="1"/>
            <a:t>điều</a:t>
          </a:r>
          <a:r>
            <a:rPr lang="en-US" sz="1400" dirty="0"/>
            <a:t> </a:t>
          </a:r>
          <a:r>
            <a:rPr lang="en-US" sz="1400" dirty="0" err="1"/>
            <a:t>chỉnh</a:t>
          </a:r>
          <a:r>
            <a:rPr lang="en-US" sz="1400" dirty="0"/>
            <a:t> </a:t>
          </a:r>
          <a:r>
            <a:rPr lang="en-US" sz="1400" dirty="0" err="1"/>
            <a:t>giảm</a:t>
          </a:r>
          <a:r>
            <a:rPr lang="en-US" sz="1400" dirty="0"/>
            <a:t> pH </a:t>
          </a:r>
          <a:r>
            <a:rPr lang="en-US" sz="1400" dirty="0" err="1"/>
            <a:t>khi</a:t>
          </a:r>
          <a:r>
            <a:rPr lang="en-US" sz="1400" dirty="0"/>
            <a:t> </a:t>
          </a:r>
          <a:r>
            <a:rPr lang="en-US" sz="1400" dirty="0" err="1"/>
            <a:t>giá</a:t>
          </a:r>
          <a:r>
            <a:rPr lang="en-US" sz="1400" dirty="0"/>
            <a:t> </a:t>
          </a:r>
          <a:r>
            <a:rPr lang="en-US" sz="1400" dirty="0" err="1"/>
            <a:t>trị</a:t>
          </a:r>
          <a:r>
            <a:rPr lang="en-US" sz="1400" dirty="0"/>
            <a:t> &gt; 7</a:t>
          </a:r>
        </a:p>
        <a:p>
          <a:r>
            <a:rPr lang="en-US" sz="1400" dirty="0"/>
            <a:t>                          </a:t>
          </a:r>
          <a:r>
            <a:rPr lang="en-US" sz="1400" dirty="0" err="1"/>
            <a:t>tăng</a:t>
          </a:r>
          <a:r>
            <a:rPr lang="en-US" sz="1400" dirty="0"/>
            <a:t> pH </a:t>
          </a:r>
          <a:r>
            <a:rPr lang="en-US" sz="1400" dirty="0" err="1"/>
            <a:t>khi</a:t>
          </a:r>
          <a:r>
            <a:rPr lang="en-US" sz="1400" dirty="0"/>
            <a:t> </a:t>
          </a:r>
          <a:r>
            <a:rPr lang="en-US" sz="1400" dirty="0" err="1"/>
            <a:t>giá</a:t>
          </a:r>
          <a:r>
            <a:rPr lang="en-US" sz="1400" dirty="0"/>
            <a:t> </a:t>
          </a:r>
          <a:r>
            <a:rPr lang="en-US" sz="1400" dirty="0" err="1"/>
            <a:t>trị</a:t>
          </a:r>
          <a:r>
            <a:rPr lang="en-US" sz="1400" dirty="0"/>
            <a:t> &lt; 7</a:t>
          </a:r>
        </a:p>
      </dgm:t>
    </dgm:pt>
    <dgm:pt modelId="{5A08DF10-3C5F-458E-A62F-9A7D9962138B}" type="parTrans" cxnId="{55B99653-14E8-48D8-B32B-66F889F11829}">
      <dgm:prSet/>
      <dgm:spPr/>
      <dgm:t>
        <a:bodyPr/>
        <a:lstStyle/>
        <a:p>
          <a:endParaRPr lang="en-US"/>
        </a:p>
      </dgm:t>
    </dgm:pt>
    <dgm:pt modelId="{6C360ADD-8BC9-477F-92C5-451EEA6CAEA4}" type="sibTrans" cxnId="{55B99653-14E8-48D8-B32B-66F889F11829}">
      <dgm:prSet/>
      <dgm:spPr/>
      <dgm:t>
        <a:bodyPr/>
        <a:lstStyle/>
        <a:p>
          <a:endParaRPr lang="en-US"/>
        </a:p>
      </dgm:t>
    </dgm:pt>
    <dgm:pt modelId="{183DB3DE-AB02-4EE9-BDEB-37022069A631}">
      <dgm:prSet custT="1"/>
      <dgm:spPr/>
      <dgm:t>
        <a:bodyPr/>
        <a:lstStyle/>
        <a:p>
          <a:r>
            <a:rPr lang="en-US" sz="1400" dirty="0"/>
            <a:t>Khi </a:t>
          </a:r>
          <a:r>
            <a:rPr lang="en-US" sz="1400" dirty="0" err="1"/>
            <a:t>bơm</a:t>
          </a:r>
          <a:r>
            <a:rPr lang="en-US" sz="1400" dirty="0"/>
            <a:t> </a:t>
          </a:r>
          <a:r>
            <a:rPr lang="en-US" sz="1400" dirty="0" err="1"/>
            <a:t>từ</a:t>
          </a:r>
          <a:r>
            <a:rPr lang="en-US" sz="1400" dirty="0"/>
            <a:t> </a:t>
          </a:r>
          <a:r>
            <a:rPr lang="en-US" sz="1400" dirty="0" err="1"/>
            <a:t>bình</a:t>
          </a:r>
          <a:r>
            <a:rPr lang="en-US" sz="1400" dirty="0"/>
            <a:t> 2 sang </a:t>
          </a:r>
          <a:r>
            <a:rPr lang="en-US" sz="1400" dirty="0" err="1"/>
            <a:t>bình</a:t>
          </a:r>
          <a:r>
            <a:rPr lang="en-US" sz="1400" dirty="0"/>
            <a:t> 3 </a:t>
          </a:r>
          <a:r>
            <a:rPr lang="en-US" sz="1400" dirty="0" err="1"/>
            <a:t>sẽ</a:t>
          </a:r>
          <a:r>
            <a:rPr lang="en-US" sz="1400" dirty="0"/>
            <a:t> </a:t>
          </a:r>
          <a:r>
            <a:rPr lang="en-US" sz="1400" dirty="0" err="1"/>
            <a:t>có</a:t>
          </a:r>
          <a:r>
            <a:rPr lang="en-US" sz="1400" dirty="0"/>
            <a:t> </a:t>
          </a:r>
          <a:r>
            <a:rPr lang="en-US" sz="1400" dirty="0" err="1"/>
            <a:t>cảm</a:t>
          </a:r>
          <a:r>
            <a:rPr lang="en-US" sz="1400" dirty="0"/>
            <a:t> </a:t>
          </a:r>
          <a:r>
            <a:rPr lang="en-US" sz="1400" dirty="0" err="1"/>
            <a:t>biến</a:t>
          </a:r>
          <a:r>
            <a:rPr lang="en-US" sz="1400" dirty="0"/>
            <a:t> </a:t>
          </a:r>
          <a:r>
            <a:rPr lang="en-US" sz="1400" dirty="0" err="1"/>
            <a:t>độ</a:t>
          </a:r>
          <a:r>
            <a:rPr lang="en-US" sz="1400" dirty="0"/>
            <a:t> </a:t>
          </a:r>
          <a:r>
            <a:rPr lang="en-US" sz="1400" dirty="0" err="1"/>
            <a:t>sạch</a:t>
          </a:r>
          <a:r>
            <a:rPr lang="en-US" sz="1400" dirty="0"/>
            <a:t>, </a:t>
          </a:r>
          <a:r>
            <a:rPr lang="en-US" sz="1400" dirty="0" err="1"/>
            <a:t>bộ</a:t>
          </a:r>
          <a:r>
            <a:rPr lang="en-US" sz="1400" dirty="0"/>
            <a:t> </a:t>
          </a:r>
          <a:r>
            <a:rPr lang="en-US" sz="1400" dirty="0" err="1"/>
            <a:t>lọc</a:t>
          </a:r>
          <a:r>
            <a:rPr lang="en-US" sz="1400" dirty="0"/>
            <a:t> </a:t>
          </a:r>
          <a:r>
            <a:rPr lang="en-US" sz="1400" dirty="0" err="1"/>
            <a:t>sẽ</a:t>
          </a:r>
          <a:r>
            <a:rPr lang="en-US" sz="1400" dirty="0"/>
            <a:t> </a:t>
          </a:r>
          <a:r>
            <a:rPr lang="en-US" sz="1400" dirty="0" err="1"/>
            <a:t>bật</a:t>
          </a:r>
          <a:r>
            <a:rPr lang="en-US" sz="1400" dirty="0"/>
            <a:t> </a:t>
          </a:r>
          <a:r>
            <a:rPr lang="en-US" sz="1400" dirty="0" err="1"/>
            <a:t>khi</a:t>
          </a:r>
          <a:r>
            <a:rPr lang="en-US" sz="1400" dirty="0"/>
            <a:t> </a:t>
          </a:r>
          <a:r>
            <a:rPr lang="en-US" sz="1400" dirty="0" err="1"/>
            <a:t>cảm</a:t>
          </a:r>
          <a:r>
            <a:rPr lang="en-US" sz="1400" dirty="0"/>
            <a:t> </a:t>
          </a:r>
          <a:r>
            <a:rPr lang="en-US" sz="1400" dirty="0" err="1"/>
            <a:t>biến</a:t>
          </a:r>
          <a:r>
            <a:rPr lang="en-US" sz="1400" dirty="0"/>
            <a:t> </a:t>
          </a:r>
          <a:r>
            <a:rPr lang="en-US" sz="1400" dirty="0" err="1"/>
            <a:t>sáng</a:t>
          </a:r>
          <a:r>
            <a:rPr lang="en-US" sz="1400" dirty="0"/>
            <a:t> (</a:t>
          </a:r>
          <a:r>
            <a:rPr lang="en-US" sz="1400" dirty="0" err="1"/>
            <a:t>chưa</a:t>
          </a:r>
          <a:r>
            <a:rPr lang="en-US" sz="1400" dirty="0"/>
            <a:t> </a:t>
          </a:r>
          <a:r>
            <a:rPr lang="en-US" sz="1400" dirty="0" err="1"/>
            <a:t>sạch</a:t>
          </a:r>
          <a:r>
            <a:rPr lang="en-US" sz="1400" dirty="0"/>
            <a:t>)</a:t>
          </a:r>
        </a:p>
      </dgm:t>
    </dgm:pt>
    <dgm:pt modelId="{9B91F2DA-FD9A-4DE3-AD4C-89C1F82CDEE9}" type="parTrans" cxnId="{E2AF1AA4-C32E-4250-9AC8-1A383F1B713F}">
      <dgm:prSet/>
      <dgm:spPr/>
      <dgm:t>
        <a:bodyPr/>
        <a:lstStyle/>
        <a:p>
          <a:endParaRPr lang="en-US"/>
        </a:p>
      </dgm:t>
    </dgm:pt>
    <dgm:pt modelId="{2489036C-025B-445D-AFFE-40DF09F78979}" type="sibTrans" cxnId="{E2AF1AA4-C32E-4250-9AC8-1A383F1B713F}">
      <dgm:prSet/>
      <dgm:spPr/>
      <dgm:t>
        <a:bodyPr/>
        <a:lstStyle/>
        <a:p>
          <a:endParaRPr lang="en-US"/>
        </a:p>
      </dgm:t>
    </dgm:pt>
    <dgm:pt modelId="{339F88BF-47A3-4BE5-BBB7-E36C2364D492}" type="pres">
      <dgm:prSet presAssocID="{9E8930C0-D7BD-476E-950C-4F007CB8AB9B}" presName="linear" presStyleCnt="0">
        <dgm:presLayoutVars>
          <dgm:animLvl val="lvl"/>
          <dgm:resizeHandles val="exact"/>
        </dgm:presLayoutVars>
      </dgm:prSet>
      <dgm:spPr/>
    </dgm:pt>
    <dgm:pt modelId="{4D5F5E54-53DA-4CA9-82D4-B37C6063A999}" type="pres">
      <dgm:prSet presAssocID="{140088DA-1E63-4BBF-BE7B-37ACB609926A}" presName="parentText" presStyleLbl="node1" presStyleIdx="0" presStyleCnt="4" custScaleY="94457" custLinFactY="-27922" custLinFactNeighborX="2446" custLinFactNeighborY="-100000">
        <dgm:presLayoutVars>
          <dgm:chMax val="0"/>
          <dgm:bulletEnabled val="1"/>
        </dgm:presLayoutVars>
      </dgm:prSet>
      <dgm:spPr/>
    </dgm:pt>
    <dgm:pt modelId="{8A29F985-5B16-4A30-BE37-1542B2B9D852}" type="pres">
      <dgm:prSet presAssocID="{30E7B728-DB07-41A5-BCFA-8D3B534568D4}" presName="spacer" presStyleCnt="0"/>
      <dgm:spPr/>
    </dgm:pt>
    <dgm:pt modelId="{0DD3D506-AE00-4D48-B60E-72C888811B88}" type="pres">
      <dgm:prSet presAssocID="{4F22CE87-EA88-4436-AA81-8845E2DD1A77}" presName="parentText" presStyleLbl="node1" presStyleIdx="1" presStyleCnt="4" custScaleY="103030" custLinFactY="-784" custLinFactNeighborX="526" custLinFactNeighborY="-100000">
        <dgm:presLayoutVars>
          <dgm:chMax val="0"/>
          <dgm:bulletEnabled val="1"/>
        </dgm:presLayoutVars>
      </dgm:prSet>
      <dgm:spPr/>
    </dgm:pt>
    <dgm:pt modelId="{F5BEC49F-7729-4A8F-B017-414F520227AE}" type="pres">
      <dgm:prSet presAssocID="{ECEB59CA-D031-47FD-9692-31C9F5E4663F}" presName="spacer" presStyleCnt="0"/>
      <dgm:spPr/>
    </dgm:pt>
    <dgm:pt modelId="{DAAEABD9-3521-46AC-9FB0-1355EB5054A0}" type="pres">
      <dgm:prSet presAssocID="{14B41EF4-51E8-4D05-BF22-CE493A76F601}" presName="parentText" presStyleLbl="node1" presStyleIdx="2" presStyleCnt="4" custScaleY="77029" custLinFactNeighborX="-1556" custLinFactNeighborY="-91630">
        <dgm:presLayoutVars>
          <dgm:chMax val="0"/>
          <dgm:bulletEnabled val="1"/>
        </dgm:presLayoutVars>
      </dgm:prSet>
      <dgm:spPr/>
    </dgm:pt>
    <dgm:pt modelId="{98A0CDE5-802A-4BD4-91B9-2A00D2D805AB}" type="pres">
      <dgm:prSet presAssocID="{6C360ADD-8BC9-477F-92C5-451EEA6CAEA4}" presName="spacer" presStyleCnt="0"/>
      <dgm:spPr/>
    </dgm:pt>
    <dgm:pt modelId="{F86F3267-ACA8-4D96-BF90-31BB45E1B4F3}" type="pres">
      <dgm:prSet presAssocID="{183DB3DE-AB02-4EE9-BDEB-37022069A631}" presName="parentText" presStyleLbl="node1" presStyleIdx="3" presStyleCnt="4" custScaleY="70882" custLinFactNeighborX="789" custLinFactNeighborY="-69194">
        <dgm:presLayoutVars>
          <dgm:chMax val="0"/>
          <dgm:bulletEnabled val="1"/>
        </dgm:presLayoutVars>
      </dgm:prSet>
      <dgm:spPr/>
    </dgm:pt>
  </dgm:ptLst>
  <dgm:cxnLst>
    <dgm:cxn modelId="{2EE73B37-201E-4144-85F0-BAE04983D1B9}" type="presOf" srcId="{4F22CE87-EA88-4436-AA81-8845E2DD1A77}" destId="{0DD3D506-AE00-4D48-B60E-72C888811B88}" srcOrd="0" destOrd="0" presId="urn:microsoft.com/office/officeart/2005/8/layout/vList2"/>
    <dgm:cxn modelId="{6AC5743F-D2EB-4028-971C-E42B3288D577}" type="presOf" srcId="{140088DA-1E63-4BBF-BE7B-37ACB609926A}" destId="{4D5F5E54-53DA-4CA9-82D4-B37C6063A999}" srcOrd="0" destOrd="0" presId="urn:microsoft.com/office/officeart/2005/8/layout/vList2"/>
    <dgm:cxn modelId="{FE07FA48-37DE-4B96-99A8-74D56F489B3C}" type="presOf" srcId="{183DB3DE-AB02-4EE9-BDEB-37022069A631}" destId="{F86F3267-ACA8-4D96-BF90-31BB45E1B4F3}" srcOrd="0" destOrd="0" presId="urn:microsoft.com/office/officeart/2005/8/layout/vList2"/>
    <dgm:cxn modelId="{C5CF9A4B-D380-4152-9113-2EE801303E68}" srcId="{9E8930C0-D7BD-476E-950C-4F007CB8AB9B}" destId="{4F22CE87-EA88-4436-AA81-8845E2DD1A77}" srcOrd="1" destOrd="0" parTransId="{9CB2ABFB-79ED-4627-8619-EAAA32AC91D0}" sibTransId="{ECEB59CA-D031-47FD-9692-31C9F5E4663F}"/>
    <dgm:cxn modelId="{24006B53-A229-4538-894D-AF8F9945E37B}" type="presOf" srcId="{9E8930C0-D7BD-476E-950C-4F007CB8AB9B}" destId="{339F88BF-47A3-4BE5-BBB7-E36C2364D492}" srcOrd="0" destOrd="0" presId="urn:microsoft.com/office/officeart/2005/8/layout/vList2"/>
    <dgm:cxn modelId="{55B99653-14E8-48D8-B32B-66F889F11829}" srcId="{9E8930C0-D7BD-476E-950C-4F007CB8AB9B}" destId="{14B41EF4-51E8-4D05-BF22-CE493A76F601}" srcOrd="2" destOrd="0" parTransId="{5A08DF10-3C5F-458E-A62F-9A7D9962138B}" sibTransId="{6C360ADD-8BC9-477F-92C5-451EEA6CAEA4}"/>
    <dgm:cxn modelId="{07EB6A99-D7D0-456F-AF6F-9DE8CD4FCD7F}" srcId="{9E8930C0-D7BD-476E-950C-4F007CB8AB9B}" destId="{140088DA-1E63-4BBF-BE7B-37ACB609926A}" srcOrd="0" destOrd="0" parTransId="{00A2D57F-1004-4D50-8658-67E5C78EA701}" sibTransId="{30E7B728-DB07-41A5-BCFA-8D3B534568D4}"/>
    <dgm:cxn modelId="{E2AF1AA4-C32E-4250-9AC8-1A383F1B713F}" srcId="{9E8930C0-D7BD-476E-950C-4F007CB8AB9B}" destId="{183DB3DE-AB02-4EE9-BDEB-37022069A631}" srcOrd="3" destOrd="0" parTransId="{9B91F2DA-FD9A-4DE3-AD4C-89C1F82CDEE9}" sibTransId="{2489036C-025B-445D-AFFE-40DF09F78979}"/>
    <dgm:cxn modelId="{C85DD3F0-5C12-47A5-AB42-EC81D55E25DF}" type="presOf" srcId="{14B41EF4-51E8-4D05-BF22-CE493A76F601}" destId="{DAAEABD9-3521-46AC-9FB0-1355EB5054A0}" srcOrd="0" destOrd="0" presId="urn:microsoft.com/office/officeart/2005/8/layout/vList2"/>
    <dgm:cxn modelId="{7E3F8917-9050-43F6-8723-3CFEC6F65777}" type="presParOf" srcId="{339F88BF-47A3-4BE5-BBB7-E36C2364D492}" destId="{4D5F5E54-53DA-4CA9-82D4-B37C6063A999}" srcOrd="0" destOrd="0" presId="urn:microsoft.com/office/officeart/2005/8/layout/vList2"/>
    <dgm:cxn modelId="{75132F3B-58CC-4867-A4EA-7989AAA6B6CE}" type="presParOf" srcId="{339F88BF-47A3-4BE5-BBB7-E36C2364D492}" destId="{8A29F985-5B16-4A30-BE37-1542B2B9D852}" srcOrd="1" destOrd="0" presId="urn:microsoft.com/office/officeart/2005/8/layout/vList2"/>
    <dgm:cxn modelId="{4A492C90-9E2A-401F-B768-26B8923B8CB4}" type="presParOf" srcId="{339F88BF-47A3-4BE5-BBB7-E36C2364D492}" destId="{0DD3D506-AE00-4D48-B60E-72C888811B88}" srcOrd="2" destOrd="0" presId="urn:microsoft.com/office/officeart/2005/8/layout/vList2"/>
    <dgm:cxn modelId="{C31154F6-8357-4B87-8F85-8E593FE06071}" type="presParOf" srcId="{339F88BF-47A3-4BE5-BBB7-E36C2364D492}" destId="{F5BEC49F-7729-4A8F-B017-414F520227AE}" srcOrd="3" destOrd="0" presId="urn:microsoft.com/office/officeart/2005/8/layout/vList2"/>
    <dgm:cxn modelId="{213AA5A5-4B8D-4274-B6A6-A77C83556BC9}" type="presParOf" srcId="{339F88BF-47A3-4BE5-BBB7-E36C2364D492}" destId="{DAAEABD9-3521-46AC-9FB0-1355EB5054A0}" srcOrd="4" destOrd="0" presId="urn:microsoft.com/office/officeart/2005/8/layout/vList2"/>
    <dgm:cxn modelId="{0F0F3DF9-E127-4C39-ABE0-6CB781D01B44}" type="presParOf" srcId="{339F88BF-47A3-4BE5-BBB7-E36C2364D492}" destId="{98A0CDE5-802A-4BD4-91B9-2A00D2D805AB}" srcOrd="5" destOrd="0" presId="urn:microsoft.com/office/officeart/2005/8/layout/vList2"/>
    <dgm:cxn modelId="{8A0A3057-FDC0-4499-9A54-04AC2A1DF292}" type="presParOf" srcId="{339F88BF-47A3-4BE5-BBB7-E36C2364D492}" destId="{F86F3267-ACA8-4D96-BF90-31BB45E1B4F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5F5E54-53DA-4CA9-82D4-B37C6063A999}">
      <dsp:nvSpPr>
        <dsp:cNvPr id="0" name=""/>
        <dsp:cNvSpPr/>
      </dsp:nvSpPr>
      <dsp:spPr>
        <a:xfrm>
          <a:off x="0" y="0"/>
          <a:ext cx="3509818" cy="1202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Các</a:t>
          </a:r>
          <a:r>
            <a:rPr lang="en-US" sz="1400" kern="1200" dirty="0"/>
            <a:t> </a:t>
          </a:r>
          <a:r>
            <a:rPr lang="en-US" sz="1400" kern="1200" dirty="0" err="1"/>
            <a:t>bình</a:t>
          </a:r>
          <a:r>
            <a:rPr lang="en-US" sz="1400" kern="1200" dirty="0"/>
            <a:t> </a:t>
          </a:r>
          <a:r>
            <a:rPr lang="en-US" sz="1400" kern="1200" dirty="0" err="1"/>
            <a:t>chứa</a:t>
          </a:r>
          <a:r>
            <a:rPr lang="en-US" sz="1400" kern="1200" dirty="0"/>
            <a:t> </a:t>
          </a:r>
          <a:r>
            <a:rPr lang="en-US" sz="1400" kern="1200" dirty="0" err="1"/>
            <a:t>nước</a:t>
          </a:r>
          <a:r>
            <a:rPr lang="en-US" sz="1400" kern="1200" dirty="0"/>
            <a:t> </a:t>
          </a:r>
          <a:r>
            <a:rPr lang="en-US" sz="1400" kern="1200" dirty="0" err="1"/>
            <a:t>theo</a:t>
          </a:r>
          <a:r>
            <a:rPr lang="en-US" sz="1400" kern="1200" dirty="0"/>
            <a:t> </a:t>
          </a:r>
          <a:r>
            <a:rPr lang="en-US" sz="1400" kern="1200" dirty="0" err="1"/>
            <a:t>thứ</a:t>
          </a:r>
          <a:r>
            <a:rPr lang="en-US" sz="1400" kern="1200" dirty="0"/>
            <a:t> </a:t>
          </a:r>
          <a:r>
            <a:rPr lang="en-US" sz="1400" kern="1200" dirty="0" err="1"/>
            <a:t>tự</a:t>
          </a:r>
          <a:r>
            <a:rPr lang="en-US" sz="1400" kern="1200" dirty="0"/>
            <a:t>: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Nước</a:t>
          </a:r>
          <a:r>
            <a:rPr lang="en-US" sz="1400" kern="1200" dirty="0"/>
            <a:t> </a:t>
          </a:r>
          <a:r>
            <a:rPr lang="en-US" sz="1400" kern="1200" dirty="0" err="1"/>
            <a:t>công</a:t>
          </a:r>
          <a:r>
            <a:rPr lang="en-US" sz="1400" kern="1200" dirty="0"/>
            <a:t> </a:t>
          </a:r>
          <a:r>
            <a:rPr lang="en-US" sz="1400" kern="1200" dirty="0" err="1"/>
            <a:t>nghiệp</a:t>
          </a:r>
          <a:endParaRPr lang="en-US" sz="1400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Nước</a:t>
          </a:r>
          <a:r>
            <a:rPr lang="en-US" sz="1400" kern="1200" dirty="0"/>
            <a:t> </a:t>
          </a:r>
          <a:r>
            <a:rPr lang="en-US" sz="1400" kern="1200" dirty="0" err="1"/>
            <a:t>tưới</a:t>
          </a:r>
          <a:r>
            <a:rPr lang="en-US" sz="1400" kern="1200" dirty="0"/>
            <a:t> </a:t>
          </a:r>
          <a:r>
            <a:rPr lang="en-US" sz="1400" kern="1200" dirty="0" err="1"/>
            <a:t>cây</a:t>
          </a:r>
          <a:r>
            <a:rPr lang="en-US" sz="1400" kern="1200" dirty="0"/>
            <a:t> (</a:t>
          </a:r>
          <a:r>
            <a:rPr lang="en-US" sz="1400" kern="1200" dirty="0" err="1"/>
            <a:t>được</a:t>
          </a:r>
          <a:r>
            <a:rPr lang="en-US" sz="1400" kern="1200" dirty="0"/>
            <a:t> </a:t>
          </a:r>
          <a:r>
            <a:rPr lang="en-US" sz="1400" kern="1200" dirty="0" err="1"/>
            <a:t>điều</a:t>
          </a:r>
          <a:r>
            <a:rPr lang="en-US" sz="1400" kern="1200" dirty="0"/>
            <a:t> </a:t>
          </a:r>
          <a:r>
            <a:rPr lang="en-US" sz="1400" kern="1200" dirty="0" err="1"/>
            <a:t>chỉnh</a:t>
          </a:r>
          <a:r>
            <a:rPr lang="en-US" sz="1400" kern="1200" dirty="0"/>
            <a:t> pH)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Nước</a:t>
          </a:r>
          <a:r>
            <a:rPr lang="en-US" sz="1400" kern="1200" dirty="0"/>
            <a:t> </a:t>
          </a:r>
          <a:r>
            <a:rPr lang="en-US" sz="1400" kern="1200" dirty="0" err="1"/>
            <a:t>sạch</a:t>
          </a:r>
          <a:r>
            <a:rPr lang="en-US" sz="1400" kern="1200" dirty="0"/>
            <a:t> (</a:t>
          </a:r>
          <a:r>
            <a:rPr lang="en-US" sz="1400" kern="1200" dirty="0" err="1"/>
            <a:t>được</a:t>
          </a:r>
          <a:r>
            <a:rPr lang="en-US" sz="1400" kern="1200" dirty="0"/>
            <a:t> </a:t>
          </a:r>
          <a:r>
            <a:rPr lang="en-US" sz="1400" kern="1200" dirty="0" err="1"/>
            <a:t>chỉnh</a:t>
          </a:r>
          <a:r>
            <a:rPr lang="en-US" sz="1400" kern="1200" dirty="0"/>
            <a:t> pH </a:t>
          </a:r>
          <a:r>
            <a:rPr lang="en-US" sz="1400" kern="1200" dirty="0" err="1"/>
            <a:t>và</a:t>
          </a:r>
          <a:r>
            <a:rPr lang="en-US" sz="1400" kern="1200" dirty="0"/>
            <a:t> </a:t>
          </a:r>
          <a:r>
            <a:rPr lang="en-US" sz="1400" kern="1200" dirty="0" err="1"/>
            <a:t>lọc</a:t>
          </a:r>
          <a:r>
            <a:rPr lang="en-US" sz="1400" kern="1200" dirty="0"/>
            <a:t>)</a:t>
          </a:r>
        </a:p>
      </dsp:txBody>
      <dsp:txXfrm>
        <a:off x="58696" y="58696"/>
        <a:ext cx="3392426" cy="1085007"/>
      </dsp:txXfrm>
    </dsp:sp>
    <dsp:sp modelId="{0DD3D506-AE00-4D48-B60E-72C888811B88}">
      <dsp:nvSpPr>
        <dsp:cNvPr id="0" name=""/>
        <dsp:cNvSpPr/>
      </dsp:nvSpPr>
      <dsp:spPr>
        <a:xfrm>
          <a:off x="0" y="1396095"/>
          <a:ext cx="3509818" cy="13115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Mỗi</a:t>
          </a:r>
          <a:r>
            <a:rPr lang="en-US" sz="1400" kern="1200" dirty="0"/>
            <a:t> </a:t>
          </a:r>
          <a:r>
            <a:rPr lang="en-US" sz="1400" kern="1200" dirty="0" err="1"/>
            <a:t>bình</a:t>
          </a:r>
          <a:r>
            <a:rPr lang="en-US" sz="1400" kern="1200" dirty="0"/>
            <a:t> </a:t>
          </a:r>
          <a:r>
            <a:rPr lang="en-US" sz="1400" kern="1200" dirty="0" err="1"/>
            <a:t>sẽ</a:t>
          </a:r>
          <a:r>
            <a:rPr lang="en-US" sz="1400" kern="1200" dirty="0"/>
            <a:t> </a:t>
          </a:r>
          <a:r>
            <a:rPr lang="en-US" sz="1400" kern="1200" dirty="0" err="1"/>
            <a:t>có</a:t>
          </a:r>
          <a:r>
            <a:rPr lang="en-US" sz="1400" kern="1200" dirty="0"/>
            <a:t>: Van </a:t>
          </a:r>
          <a:r>
            <a:rPr lang="en-US" sz="1400" kern="1200" dirty="0" err="1"/>
            <a:t>xả</a:t>
          </a:r>
          <a:r>
            <a:rPr lang="en-US" sz="1400" kern="1200" dirty="0"/>
            <a:t> (</a:t>
          </a:r>
          <a:r>
            <a:rPr lang="en-US" sz="1400" kern="1200" dirty="0" err="1"/>
            <a:t>bên</a:t>
          </a:r>
          <a:r>
            <a:rPr lang="en-US" sz="1400" kern="1200" dirty="0"/>
            <a:t> </a:t>
          </a:r>
          <a:r>
            <a:rPr lang="en-US" sz="1400" kern="1200" dirty="0" err="1"/>
            <a:t>trái</a:t>
          </a:r>
          <a:r>
            <a:rPr lang="en-US" sz="1400" kern="1200" dirty="0"/>
            <a:t>)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Van </a:t>
          </a:r>
          <a:r>
            <a:rPr lang="en-US" sz="1400" kern="1200" dirty="0" err="1"/>
            <a:t>cấp</a:t>
          </a:r>
          <a:r>
            <a:rPr lang="en-US" sz="1400" kern="1200" dirty="0"/>
            <a:t> </a:t>
          </a:r>
          <a:r>
            <a:rPr lang="en-US" sz="1400" kern="1200" dirty="0" err="1"/>
            <a:t>nước</a:t>
          </a:r>
          <a:r>
            <a:rPr lang="en-US" sz="1400" kern="1200" dirty="0"/>
            <a:t> </a:t>
          </a:r>
          <a:r>
            <a:rPr lang="en-US" sz="1400" kern="1200" dirty="0" err="1"/>
            <a:t>đi</a:t>
          </a:r>
          <a:r>
            <a:rPr lang="en-US" sz="1400" kern="1200" dirty="0"/>
            <a:t> (</a:t>
          </a:r>
          <a:r>
            <a:rPr lang="en-US" sz="1400" kern="1200" dirty="0" err="1"/>
            <a:t>bên</a:t>
          </a:r>
          <a:r>
            <a:rPr lang="en-US" sz="1400" kern="1200" dirty="0"/>
            <a:t> </a:t>
          </a:r>
          <a:r>
            <a:rPr lang="en-US" sz="1400" kern="1200" dirty="0" err="1"/>
            <a:t>phải</a:t>
          </a:r>
          <a:r>
            <a:rPr lang="en-US" sz="1400" kern="1200" dirty="0"/>
            <a:t>)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Máy</a:t>
          </a:r>
          <a:r>
            <a:rPr lang="en-US" sz="1400" kern="1200" dirty="0"/>
            <a:t> </a:t>
          </a:r>
          <a:r>
            <a:rPr lang="en-US" sz="1400" kern="1200" dirty="0" err="1"/>
            <a:t>bơm</a:t>
          </a:r>
          <a:r>
            <a:rPr lang="en-US" sz="1400" kern="1200" dirty="0"/>
            <a:t> </a:t>
          </a:r>
          <a:r>
            <a:rPr lang="en-US" sz="1400" kern="1200" dirty="0" err="1"/>
            <a:t>đến</a:t>
          </a:r>
          <a:r>
            <a:rPr lang="en-US" sz="1400" kern="1200" dirty="0"/>
            <a:t> </a:t>
          </a:r>
          <a:r>
            <a:rPr lang="en-US" sz="1400" kern="1200" dirty="0" err="1"/>
            <a:t>bình</a:t>
          </a:r>
          <a:r>
            <a:rPr lang="en-US" sz="1400" kern="1200" dirty="0"/>
            <a:t> </a:t>
          </a:r>
          <a:r>
            <a:rPr lang="en-US" sz="1400" kern="1200" dirty="0" err="1"/>
            <a:t>khác</a:t>
          </a:r>
          <a:r>
            <a:rPr lang="en-US" sz="1400" kern="1200" dirty="0"/>
            <a:t> (</a:t>
          </a:r>
          <a:r>
            <a:rPr lang="en-US" sz="1400" kern="1200" dirty="0" err="1"/>
            <a:t>bên</a:t>
          </a:r>
          <a:r>
            <a:rPr lang="en-US" sz="1400" kern="1200" dirty="0"/>
            <a:t> </a:t>
          </a:r>
          <a:r>
            <a:rPr lang="en-US" sz="1400" kern="1200" dirty="0" err="1"/>
            <a:t>dưới</a:t>
          </a:r>
          <a:r>
            <a:rPr lang="en-US" sz="1400" kern="1200" dirty="0"/>
            <a:t>) 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Cảm</a:t>
          </a:r>
          <a:r>
            <a:rPr lang="en-US" sz="1400" kern="1200" dirty="0"/>
            <a:t> </a:t>
          </a:r>
          <a:r>
            <a:rPr lang="en-US" sz="1400" kern="1200" dirty="0" err="1"/>
            <a:t>biến</a:t>
          </a:r>
          <a:r>
            <a:rPr lang="en-US" sz="1400" kern="1200" dirty="0"/>
            <a:t> </a:t>
          </a:r>
          <a:r>
            <a:rPr lang="en-US" sz="1400" kern="1200" dirty="0" err="1"/>
            <a:t>nước</a:t>
          </a:r>
          <a:r>
            <a:rPr lang="en-US" sz="1400" kern="1200" dirty="0"/>
            <a:t> </a:t>
          </a:r>
          <a:r>
            <a:rPr lang="en-US" sz="1400" kern="1200" dirty="0" err="1"/>
            <a:t>đầy</a:t>
          </a:r>
          <a:r>
            <a:rPr lang="en-US" sz="1400" kern="1200" dirty="0"/>
            <a:t> (</a:t>
          </a:r>
          <a:r>
            <a:rPr lang="en-US" sz="1400" kern="1200" dirty="0" err="1"/>
            <a:t>tím</a:t>
          </a:r>
          <a:r>
            <a:rPr lang="en-US" sz="1400" kern="1200" dirty="0"/>
            <a:t>) </a:t>
          </a:r>
          <a:r>
            <a:rPr lang="en-US" sz="1400" kern="1200" dirty="0" err="1"/>
            <a:t>và</a:t>
          </a:r>
          <a:r>
            <a:rPr lang="en-US" sz="1400" kern="1200" dirty="0"/>
            <a:t> </a:t>
          </a:r>
          <a:r>
            <a:rPr lang="en-US" sz="1400" kern="1200" dirty="0" err="1"/>
            <a:t>nước</a:t>
          </a:r>
          <a:r>
            <a:rPr lang="en-US" sz="1400" kern="1200" dirty="0"/>
            <a:t> </a:t>
          </a:r>
          <a:r>
            <a:rPr lang="en-US" sz="1400" kern="1200" dirty="0" err="1"/>
            <a:t>cạn</a:t>
          </a:r>
          <a:r>
            <a:rPr lang="en-US" sz="1400" kern="1200" dirty="0"/>
            <a:t> (</a:t>
          </a:r>
          <a:r>
            <a:rPr lang="en-US" sz="1400" kern="1200" dirty="0" err="1"/>
            <a:t>vàng</a:t>
          </a:r>
          <a:r>
            <a:rPr lang="en-US" sz="1400" kern="1200" dirty="0"/>
            <a:t>)</a:t>
          </a:r>
        </a:p>
      </dsp:txBody>
      <dsp:txXfrm>
        <a:off x="64024" y="1460119"/>
        <a:ext cx="3381770" cy="1183482"/>
      </dsp:txXfrm>
    </dsp:sp>
    <dsp:sp modelId="{DAAEABD9-3521-46AC-9FB0-1355EB5054A0}">
      <dsp:nvSpPr>
        <dsp:cNvPr id="0" name=""/>
        <dsp:cNvSpPr/>
      </dsp:nvSpPr>
      <dsp:spPr>
        <a:xfrm>
          <a:off x="0" y="2917353"/>
          <a:ext cx="3509818" cy="98054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Khi </a:t>
          </a:r>
          <a:r>
            <a:rPr lang="en-US" sz="1400" kern="1200" dirty="0" err="1"/>
            <a:t>bơm</a:t>
          </a:r>
          <a:r>
            <a:rPr lang="en-US" sz="1400" kern="1200" dirty="0"/>
            <a:t> </a:t>
          </a:r>
          <a:r>
            <a:rPr lang="en-US" sz="1400" kern="1200" dirty="0" err="1"/>
            <a:t>từ</a:t>
          </a:r>
          <a:r>
            <a:rPr lang="en-US" sz="1400" kern="1200" dirty="0"/>
            <a:t> </a:t>
          </a:r>
          <a:r>
            <a:rPr lang="en-US" sz="1400" kern="1200" dirty="0" err="1"/>
            <a:t>bình</a:t>
          </a:r>
          <a:r>
            <a:rPr lang="en-US" sz="1400" kern="1200" dirty="0"/>
            <a:t> 1 sang 2 </a:t>
          </a:r>
          <a:r>
            <a:rPr lang="en-US" sz="1400" kern="1200" dirty="0" err="1"/>
            <a:t>sẽ</a:t>
          </a:r>
          <a:r>
            <a:rPr lang="en-US" sz="1400" kern="1200" dirty="0"/>
            <a:t> </a:t>
          </a:r>
          <a:r>
            <a:rPr lang="en-US" sz="1400" kern="1200" dirty="0" err="1"/>
            <a:t>có</a:t>
          </a:r>
          <a:r>
            <a:rPr lang="en-US" sz="1400" kern="1200" dirty="0"/>
            <a:t> </a:t>
          </a:r>
          <a:r>
            <a:rPr lang="en-US" sz="1400" kern="1200" dirty="0" err="1"/>
            <a:t>cảm</a:t>
          </a:r>
          <a:r>
            <a:rPr lang="en-US" sz="1400" kern="1200" dirty="0"/>
            <a:t> </a:t>
          </a:r>
          <a:r>
            <a:rPr lang="en-US" sz="1400" kern="1200" dirty="0" err="1"/>
            <a:t>biến</a:t>
          </a:r>
          <a:r>
            <a:rPr lang="en-US" sz="1400" kern="1200" dirty="0"/>
            <a:t> pH  </a:t>
          </a:r>
          <a:r>
            <a:rPr lang="en-US" sz="1400" kern="1200" dirty="0" err="1"/>
            <a:t>Bộ</a:t>
          </a:r>
          <a:r>
            <a:rPr lang="en-US" sz="1400" kern="1200" dirty="0"/>
            <a:t> </a:t>
          </a:r>
          <a:r>
            <a:rPr lang="en-US" sz="1400" kern="1200" dirty="0" err="1"/>
            <a:t>điều</a:t>
          </a:r>
          <a:r>
            <a:rPr lang="en-US" sz="1400" kern="1200" dirty="0"/>
            <a:t> </a:t>
          </a:r>
          <a:r>
            <a:rPr lang="en-US" sz="1400" kern="1200" dirty="0" err="1"/>
            <a:t>chỉnh</a:t>
          </a:r>
          <a:r>
            <a:rPr lang="en-US" sz="1400" kern="1200" dirty="0"/>
            <a:t> </a:t>
          </a:r>
          <a:r>
            <a:rPr lang="en-US" sz="1400" kern="1200" dirty="0" err="1"/>
            <a:t>giảm</a:t>
          </a:r>
          <a:r>
            <a:rPr lang="en-US" sz="1400" kern="1200" dirty="0"/>
            <a:t> pH </a:t>
          </a:r>
          <a:r>
            <a:rPr lang="en-US" sz="1400" kern="1200" dirty="0" err="1"/>
            <a:t>khi</a:t>
          </a:r>
          <a:r>
            <a:rPr lang="en-US" sz="1400" kern="1200" dirty="0"/>
            <a:t> </a:t>
          </a:r>
          <a:r>
            <a:rPr lang="en-US" sz="1400" kern="1200" dirty="0" err="1"/>
            <a:t>giá</a:t>
          </a:r>
          <a:r>
            <a:rPr lang="en-US" sz="1400" kern="1200" dirty="0"/>
            <a:t> </a:t>
          </a:r>
          <a:r>
            <a:rPr lang="en-US" sz="1400" kern="1200" dirty="0" err="1"/>
            <a:t>trị</a:t>
          </a:r>
          <a:r>
            <a:rPr lang="en-US" sz="1400" kern="1200" dirty="0"/>
            <a:t> &gt; 7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                          </a:t>
          </a:r>
          <a:r>
            <a:rPr lang="en-US" sz="1400" kern="1200" dirty="0" err="1"/>
            <a:t>tăng</a:t>
          </a:r>
          <a:r>
            <a:rPr lang="en-US" sz="1400" kern="1200" dirty="0"/>
            <a:t> pH </a:t>
          </a:r>
          <a:r>
            <a:rPr lang="en-US" sz="1400" kern="1200" dirty="0" err="1"/>
            <a:t>khi</a:t>
          </a:r>
          <a:r>
            <a:rPr lang="en-US" sz="1400" kern="1200" dirty="0"/>
            <a:t> </a:t>
          </a:r>
          <a:r>
            <a:rPr lang="en-US" sz="1400" kern="1200" dirty="0" err="1"/>
            <a:t>giá</a:t>
          </a:r>
          <a:r>
            <a:rPr lang="en-US" sz="1400" kern="1200" dirty="0"/>
            <a:t> </a:t>
          </a:r>
          <a:r>
            <a:rPr lang="en-US" sz="1400" kern="1200" dirty="0" err="1"/>
            <a:t>trị</a:t>
          </a:r>
          <a:r>
            <a:rPr lang="en-US" sz="1400" kern="1200" dirty="0"/>
            <a:t> &lt; 7</a:t>
          </a:r>
        </a:p>
      </dsp:txBody>
      <dsp:txXfrm>
        <a:off x="47866" y="2965219"/>
        <a:ext cx="3414086" cy="884816"/>
      </dsp:txXfrm>
    </dsp:sp>
    <dsp:sp modelId="{F86F3267-ACA8-4D96-BF90-31BB45E1B4F3}">
      <dsp:nvSpPr>
        <dsp:cNvPr id="0" name=""/>
        <dsp:cNvSpPr/>
      </dsp:nvSpPr>
      <dsp:spPr>
        <a:xfrm>
          <a:off x="0" y="4123576"/>
          <a:ext cx="3509818" cy="9022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Khi </a:t>
          </a:r>
          <a:r>
            <a:rPr lang="en-US" sz="1400" kern="1200" dirty="0" err="1"/>
            <a:t>bơm</a:t>
          </a:r>
          <a:r>
            <a:rPr lang="en-US" sz="1400" kern="1200" dirty="0"/>
            <a:t> </a:t>
          </a:r>
          <a:r>
            <a:rPr lang="en-US" sz="1400" kern="1200" dirty="0" err="1"/>
            <a:t>từ</a:t>
          </a:r>
          <a:r>
            <a:rPr lang="en-US" sz="1400" kern="1200" dirty="0"/>
            <a:t> </a:t>
          </a:r>
          <a:r>
            <a:rPr lang="en-US" sz="1400" kern="1200" dirty="0" err="1"/>
            <a:t>bình</a:t>
          </a:r>
          <a:r>
            <a:rPr lang="en-US" sz="1400" kern="1200" dirty="0"/>
            <a:t> 2 sang </a:t>
          </a:r>
          <a:r>
            <a:rPr lang="en-US" sz="1400" kern="1200" dirty="0" err="1"/>
            <a:t>bình</a:t>
          </a:r>
          <a:r>
            <a:rPr lang="en-US" sz="1400" kern="1200" dirty="0"/>
            <a:t> 3 </a:t>
          </a:r>
          <a:r>
            <a:rPr lang="en-US" sz="1400" kern="1200" dirty="0" err="1"/>
            <a:t>sẽ</a:t>
          </a:r>
          <a:r>
            <a:rPr lang="en-US" sz="1400" kern="1200" dirty="0"/>
            <a:t> </a:t>
          </a:r>
          <a:r>
            <a:rPr lang="en-US" sz="1400" kern="1200" dirty="0" err="1"/>
            <a:t>có</a:t>
          </a:r>
          <a:r>
            <a:rPr lang="en-US" sz="1400" kern="1200" dirty="0"/>
            <a:t> </a:t>
          </a:r>
          <a:r>
            <a:rPr lang="en-US" sz="1400" kern="1200" dirty="0" err="1"/>
            <a:t>cảm</a:t>
          </a:r>
          <a:r>
            <a:rPr lang="en-US" sz="1400" kern="1200" dirty="0"/>
            <a:t> </a:t>
          </a:r>
          <a:r>
            <a:rPr lang="en-US" sz="1400" kern="1200" dirty="0" err="1"/>
            <a:t>biến</a:t>
          </a:r>
          <a:r>
            <a:rPr lang="en-US" sz="1400" kern="1200" dirty="0"/>
            <a:t> </a:t>
          </a:r>
          <a:r>
            <a:rPr lang="en-US" sz="1400" kern="1200" dirty="0" err="1"/>
            <a:t>độ</a:t>
          </a:r>
          <a:r>
            <a:rPr lang="en-US" sz="1400" kern="1200" dirty="0"/>
            <a:t> </a:t>
          </a:r>
          <a:r>
            <a:rPr lang="en-US" sz="1400" kern="1200" dirty="0" err="1"/>
            <a:t>sạch</a:t>
          </a:r>
          <a:r>
            <a:rPr lang="en-US" sz="1400" kern="1200" dirty="0"/>
            <a:t>, </a:t>
          </a:r>
          <a:r>
            <a:rPr lang="en-US" sz="1400" kern="1200" dirty="0" err="1"/>
            <a:t>bộ</a:t>
          </a:r>
          <a:r>
            <a:rPr lang="en-US" sz="1400" kern="1200" dirty="0"/>
            <a:t> </a:t>
          </a:r>
          <a:r>
            <a:rPr lang="en-US" sz="1400" kern="1200" dirty="0" err="1"/>
            <a:t>lọc</a:t>
          </a:r>
          <a:r>
            <a:rPr lang="en-US" sz="1400" kern="1200" dirty="0"/>
            <a:t> </a:t>
          </a:r>
          <a:r>
            <a:rPr lang="en-US" sz="1400" kern="1200" dirty="0" err="1"/>
            <a:t>sẽ</a:t>
          </a:r>
          <a:r>
            <a:rPr lang="en-US" sz="1400" kern="1200" dirty="0"/>
            <a:t> </a:t>
          </a:r>
          <a:r>
            <a:rPr lang="en-US" sz="1400" kern="1200" dirty="0" err="1"/>
            <a:t>bật</a:t>
          </a:r>
          <a:r>
            <a:rPr lang="en-US" sz="1400" kern="1200" dirty="0"/>
            <a:t> </a:t>
          </a:r>
          <a:r>
            <a:rPr lang="en-US" sz="1400" kern="1200" dirty="0" err="1"/>
            <a:t>khi</a:t>
          </a:r>
          <a:r>
            <a:rPr lang="en-US" sz="1400" kern="1200" dirty="0"/>
            <a:t> </a:t>
          </a:r>
          <a:r>
            <a:rPr lang="en-US" sz="1400" kern="1200" dirty="0" err="1"/>
            <a:t>cảm</a:t>
          </a:r>
          <a:r>
            <a:rPr lang="en-US" sz="1400" kern="1200" dirty="0"/>
            <a:t> </a:t>
          </a:r>
          <a:r>
            <a:rPr lang="en-US" sz="1400" kern="1200" dirty="0" err="1"/>
            <a:t>biến</a:t>
          </a:r>
          <a:r>
            <a:rPr lang="en-US" sz="1400" kern="1200" dirty="0"/>
            <a:t> </a:t>
          </a:r>
          <a:r>
            <a:rPr lang="en-US" sz="1400" kern="1200" dirty="0" err="1"/>
            <a:t>sáng</a:t>
          </a:r>
          <a:r>
            <a:rPr lang="en-US" sz="1400" kern="1200" dirty="0"/>
            <a:t> (</a:t>
          </a:r>
          <a:r>
            <a:rPr lang="en-US" sz="1400" kern="1200" dirty="0" err="1"/>
            <a:t>chưa</a:t>
          </a:r>
          <a:r>
            <a:rPr lang="en-US" sz="1400" kern="1200" dirty="0"/>
            <a:t> </a:t>
          </a:r>
          <a:r>
            <a:rPr lang="en-US" sz="1400" kern="1200" dirty="0" err="1"/>
            <a:t>sạch</a:t>
          </a:r>
          <a:r>
            <a:rPr lang="en-US" sz="1400" kern="1200" dirty="0"/>
            <a:t>)</a:t>
          </a:r>
        </a:p>
      </dsp:txBody>
      <dsp:txXfrm>
        <a:off x="44047" y="4167623"/>
        <a:ext cx="3421724" cy="8142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8EC9C-1851-4254-A9B0-8BFFF786D7B0}" type="datetimeFigureOut">
              <a:rPr lang="en-US" smtClean="0"/>
              <a:t>31/12/2024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371B00-A634-4842-9039-86CA366FC9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778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371B00-A634-4842-9039-86CA366FC93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737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F82D2-73E3-3423-F9B2-7A89E180AB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2922DD-2F0F-DD94-423D-642C45AC10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ED715A-95E5-9FA1-B647-3C37FD6B2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6A2B-41B0-4B2C-934E-FE521D8D920D}" type="datetimeFigureOut">
              <a:rPr lang="en-US" smtClean="0"/>
              <a:t>31/12/2024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08CFEC-289B-59E2-77E9-1C34BAD7F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F7DC-C5FB-A11F-DF48-FF4E6A5C9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E34D6-3390-48A3-B778-6C1A8C538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256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272A7-B814-18A7-60F0-CF5EF93ED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ACAFF-2ADD-B325-4585-20CEFD43B4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844B63-CE53-54A7-5299-11939E98C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6A2B-41B0-4B2C-934E-FE521D8D920D}" type="datetimeFigureOut">
              <a:rPr lang="en-US" smtClean="0"/>
              <a:t>31/12/2024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967C8D-8773-9E84-61A6-D98315F71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F8EC-DD9B-C16E-A105-52D8792EC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E34D6-3390-48A3-B778-6C1A8C538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08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46CD7-F887-C855-F3F5-A4AF7EC14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5A708F-D861-16D7-009C-2FA6A48C71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A39847-F471-08D1-7106-BA3B0A589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6A2B-41B0-4B2C-934E-FE521D8D920D}" type="datetimeFigureOut">
              <a:rPr lang="en-US" smtClean="0"/>
              <a:t>31/12/2024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1B05DA-0DE1-A0F9-5658-F0FF5EA9B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44CFF-11CE-3423-FB51-F63CDF043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E34D6-3390-48A3-B778-6C1A8C538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519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55281-0690-1C43-4699-0ECBF704A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3E995-928A-7395-57EA-F2A0C34D8C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1E43CA-9620-86C1-D8CF-221A31A888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59A6A3-4650-C6AA-E981-20FB48196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6A2B-41B0-4B2C-934E-FE521D8D920D}" type="datetimeFigureOut">
              <a:rPr lang="en-US" smtClean="0"/>
              <a:t>31/12/2024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DB5E5E-A56F-7295-2DD7-5CDBFD482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661BD5-C0E4-9AF3-D8DE-B58D14CE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E34D6-3390-48A3-B778-6C1A8C538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687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67329-69BF-B500-4E08-607799392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990D3E-3AC5-28AA-84D6-6A0EB99516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5EBDBE-43A0-E4A6-9D86-EC3A085277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0024ED-D2BC-594F-09BB-7FD1087C18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865B49-E8B3-BF81-5DF8-208832A4E8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7B7854-87C2-F9A4-901C-5580CF50A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6A2B-41B0-4B2C-934E-FE521D8D920D}" type="datetimeFigureOut">
              <a:rPr lang="en-US" smtClean="0"/>
              <a:t>31/12/2024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27BF2E-902E-E1CE-3FEA-C5530AA42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C50D3D-77B0-7E0E-9FB4-9EA837CC3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E34D6-3390-48A3-B778-6C1A8C538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529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EA7E4-A9BB-A6DB-474A-020C88ABE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2619BE-0D85-0E10-0D27-3EA216513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6A2B-41B0-4B2C-934E-FE521D8D920D}" type="datetimeFigureOut">
              <a:rPr lang="en-US" smtClean="0"/>
              <a:t>31/12/2024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3CCF16-25C1-ABB8-CD4D-BE206860F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BA0A51-A82B-C49B-A17C-FDFE8E2DA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E34D6-3390-48A3-B778-6C1A8C538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770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433780-4019-7F8B-1315-20236D2B7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6A2B-41B0-4B2C-934E-FE521D8D920D}" type="datetimeFigureOut">
              <a:rPr lang="en-US" smtClean="0"/>
              <a:t>31/12/2024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0ECF27-124F-1791-4EB7-0FDE64B66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624ABC-952A-68A5-FEC3-8CA36D0A2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E34D6-3390-48A3-B778-6C1A8C538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544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5A58A-A025-FA29-FEA4-B4A91F47E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E7896-7DF9-CC68-0B48-AF8958629B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E930B9-8537-4C70-D4D3-0961FB14DC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3E0E4E-5FD2-ADBF-12EF-531451FA0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6A2B-41B0-4B2C-934E-FE521D8D920D}" type="datetimeFigureOut">
              <a:rPr lang="en-US" smtClean="0"/>
              <a:t>31/12/2024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36805F-A501-B946-5EA6-535349371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AF1631-B5D4-F8D9-E10C-FB0405865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E34D6-3390-48A3-B778-6C1A8C538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439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21B74-51A7-80B6-E0A8-5B6BA5092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172C67-79DF-203B-1999-C2943EEECF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E85116-113A-1591-779E-840D8727E8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13DAC7-3B40-D27C-3D10-E6737A9F5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6A2B-41B0-4B2C-934E-FE521D8D920D}" type="datetimeFigureOut">
              <a:rPr lang="en-US" smtClean="0"/>
              <a:t>31/12/2024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62D275-FFAB-D62A-592F-E4F2A7484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88C270-5F0A-0C73-18FC-6796E3C95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E34D6-3390-48A3-B778-6C1A8C538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100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4D41A-1020-823F-89BF-23C7C496F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6A3276-E683-17F4-8717-0A94C8E3C5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CE7D42-B94B-F45E-8505-DBF29C08F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6A2B-41B0-4B2C-934E-FE521D8D920D}" type="datetimeFigureOut">
              <a:rPr lang="en-US" smtClean="0"/>
              <a:t>31/12/2024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2250A-9059-93BB-BD07-E716E62BE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39D748-EE4A-B961-9C20-AEFA2E678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E34D6-3390-48A3-B778-6C1A8C538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077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539B79-5EC7-D209-7B79-8967F529C3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943A3F-2CD9-CD23-70B6-A39A0476D7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1E79B-89DD-A8B8-FA6D-00DAF5411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C6A2B-41B0-4B2C-934E-FE521D8D920D}" type="datetimeFigureOut">
              <a:rPr lang="en-US" smtClean="0"/>
              <a:t>31/12/2024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E9C46-22DF-B80E-C844-C342E2D77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E4BA3-9543-BA48-14CF-1DFE113F6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FE34D6-3390-48A3-B778-6C1A8C538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665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883EFA-152F-A991-152F-A56B29A92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18E4DC-9E00-F0FC-16D0-6555FCC4D2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B39F08-4D5A-AF76-265B-CC38B1E687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BC6A2B-41B0-4B2C-934E-FE521D8D920D}" type="datetimeFigureOut">
              <a:rPr lang="en-US" smtClean="0"/>
              <a:t>31/12/2024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80B80A-8879-4448-9619-F241DD17B0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D8DDF5-E20D-29F1-6F54-7DE23DD5A3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FE34D6-3390-48A3-B778-6C1A8C538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547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207F3A28-6552-C875-79E2-282450B666A7}"/>
              </a:ext>
            </a:extLst>
          </p:cNvPr>
          <p:cNvSpPr/>
          <p:nvPr/>
        </p:nvSpPr>
        <p:spPr>
          <a:xfrm>
            <a:off x="3027924" y="991261"/>
            <a:ext cx="5754696" cy="18373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dirty="0" err="1">
                <a:ln/>
                <a:solidFill>
                  <a:schemeClr val="tx2"/>
                </a:solidFill>
                <a:latin typeface="+mj-lt"/>
                <a:ea typeface="+mj-ea"/>
                <a:cs typeface="+mj-cs"/>
              </a:rPr>
              <a:t>Báo</a:t>
            </a:r>
            <a:r>
              <a:rPr lang="en-US" sz="3600" b="1" kern="1200" dirty="0">
                <a:ln/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b="1" kern="1200" dirty="0" err="1">
                <a:ln/>
                <a:solidFill>
                  <a:schemeClr val="tx2"/>
                </a:solidFill>
                <a:latin typeface="+mj-lt"/>
                <a:ea typeface="+mj-ea"/>
                <a:cs typeface="+mj-cs"/>
              </a:rPr>
              <a:t>Cáo</a:t>
            </a:r>
            <a:r>
              <a:rPr lang="en-US" sz="3600" b="1" kern="1200" dirty="0">
                <a:ln/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b="1" kern="1200" dirty="0" err="1">
                <a:ln/>
                <a:solidFill>
                  <a:schemeClr val="tx2"/>
                </a:solidFill>
                <a:latin typeface="+mj-lt"/>
                <a:ea typeface="+mj-ea"/>
                <a:cs typeface="+mj-cs"/>
              </a:rPr>
              <a:t>Cuối</a:t>
            </a:r>
            <a:r>
              <a:rPr lang="en-US" sz="3600" b="1" kern="1200" dirty="0">
                <a:ln/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b="1" kern="1200" dirty="0" err="1">
                <a:ln/>
                <a:solidFill>
                  <a:schemeClr val="tx2"/>
                </a:solidFill>
                <a:latin typeface="+mj-lt"/>
                <a:ea typeface="+mj-ea"/>
                <a:cs typeface="+mj-cs"/>
              </a:rPr>
              <a:t>Kỳ</a:t>
            </a:r>
            <a:r>
              <a:rPr lang="en-US" sz="3600" b="1" kern="1200" dirty="0">
                <a:ln/>
                <a:solidFill>
                  <a:schemeClr val="tx2"/>
                </a:solidFill>
                <a:latin typeface="+mj-lt"/>
                <a:ea typeface="+mj-ea"/>
                <a:cs typeface="+mj-cs"/>
              </a:rPr>
              <a:t> SCADA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759C27-6535-F378-0D20-47C1C5A311A5}"/>
              </a:ext>
            </a:extLst>
          </p:cNvPr>
          <p:cNvSpPr/>
          <p:nvPr/>
        </p:nvSpPr>
        <p:spPr>
          <a:xfrm>
            <a:off x="3050412" y="2979336"/>
            <a:ext cx="5709721" cy="24308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800" b="1" dirty="0">
                <a:ln w="0"/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b="1" dirty="0" err="1">
                <a:ln w="0"/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800" b="1" dirty="0">
                <a:ln w="0"/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n w="0"/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2800" b="1" dirty="0">
                <a:ln w="0"/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n w="0"/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sz="2800" b="1" dirty="0">
                <a:ln w="0"/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n w="0"/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bơm</a:t>
            </a:r>
            <a:r>
              <a:rPr lang="en-US" sz="2800" b="1" dirty="0">
                <a:ln w="0"/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n w="0"/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nước</a:t>
            </a:r>
            <a:r>
              <a:rPr lang="en-US" sz="2800" b="1" dirty="0">
                <a:ln w="0"/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n w="0"/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lang="en-US" sz="2800" b="1" dirty="0">
                <a:ln w="0"/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n w="0"/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2800" b="1" dirty="0">
                <a:ln w="0"/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000" dirty="0">
              <a:ln w="0"/>
              <a:solidFill>
                <a:schemeClr val="tx2"/>
              </a:solidFill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F292A0B-961C-2FA3-3E94-391BF29DD6D0}"/>
              </a:ext>
            </a:extLst>
          </p:cNvPr>
          <p:cNvSpPr txBox="1"/>
          <p:nvPr/>
        </p:nvSpPr>
        <p:spPr>
          <a:xfrm flipH="1">
            <a:off x="5838210" y="5324235"/>
            <a:ext cx="6353485" cy="1022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4770" marR="572770" algn="ctr">
              <a:lnSpc>
                <a:spcPct val="115000"/>
              </a:lnSpc>
              <a:tabLst>
                <a:tab pos="2856865" algn="l"/>
                <a:tab pos="3053715" algn="l"/>
              </a:tabLst>
            </a:pPr>
            <a:r>
              <a:rPr lang="vi-VN" sz="1800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Hoàng Văn Thuận - 21021376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4135" marR="572770" indent="-203200">
              <a:lnSpc>
                <a:spcPct val="115000"/>
              </a:lnSpc>
              <a:tabLst>
                <a:tab pos="2856865" algn="l"/>
                <a:tab pos="3053715" algn="l"/>
              </a:tabLst>
            </a:pPr>
            <a:r>
              <a:rPr lang="vi-VN" sz="1800" b="1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                         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334135" marR="572770" indent="-203200">
              <a:lnSpc>
                <a:spcPct val="115000"/>
              </a:lnSpc>
              <a:tabLst>
                <a:tab pos="2856865" algn="l"/>
                <a:tab pos="3053715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</a:t>
            </a:r>
            <a:r>
              <a:rPr lang="vi-V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Trần Tuấn Trường –</a:t>
            </a:r>
            <a:r>
              <a:rPr lang="vi-VN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21021382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9052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A062979-E18D-BA74-462C-5F4FA6567E81}"/>
              </a:ext>
            </a:extLst>
          </p:cNvPr>
          <p:cNvSpPr/>
          <p:nvPr/>
        </p:nvSpPr>
        <p:spPr>
          <a:xfrm>
            <a:off x="488604" y="129742"/>
            <a:ext cx="197842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4000" b="1" dirty="0" err="1">
                <a:ln/>
                <a:solidFill>
                  <a:schemeClr val="accent3"/>
                </a:solidFill>
              </a:rPr>
              <a:t>Mô</a:t>
            </a:r>
            <a:r>
              <a:rPr lang="en-US" sz="4000" b="1" dirty="0">
                <a:ln/>
                <a:solidFill>
                  <a:schemeClr val="accent3"/>
                </a:solidFill>
              </a:rPr>
              <a:t> </a:t>
            </a:r>
            <a:r>
              <a:rPr lang="en-US" sz="4000" b="1" dirty="0" err="1">
                <a:ln/>
                <a:solidFill>
                  <a:schemeClr val="accent3"/>
                </a:solidFill>
              </a:rPr>
              <a:t>hình</a:t>
            </a:r>
            <a:endParaRPr lang="en-US" sz="4000" b="1" dirty="0">
              <a:ln/>
              <a:solidFill>
                <a:schemeClr val="accent3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A7698DA-DF3A-F0E1-B804-90B03426DD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7763" y="1166842"/>
            <a:ext cx="5731510" cy="411670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" name="TextBox 7">
            <a:extLst>
              <a:ext uri="{FF2B5EF4-FFF2-40B4-BE49-F238E27FC236}">
                <a16:creationId xmlns:a16="http://schemas.microsoft.com/office/drawing/2014/main" id="{2B16CA2F-5EBF-2D31-6F29-4E06A9B34A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47562065"/>
              </p:ext>
            </p:extLst>
          </p:nvPr>
        </p:nvGraphicFramePr>
        <p:xfrm>
          <a:off x="969818" y="942110"/>
          <a:ext cx="3509818" cy="53570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571381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CD16EE-D124-7F31-02B3-511961E11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8AC145-F48D-2B43-7179-1A87D45C9157}"/>
              </a:ext>
            </a:extLst>
          </p:cNvPr>
          <p:cNvSpPr/>
          <p:nvPr/>
        </p:nvSpPr>
        <p:spPr>
          <a:xfrm>
            <a:off x="630936" y="639520"/>
            <a:ext cx="3429000" cy="17190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kern="1200" dirty="0">
                <a:ln/>
                <a:solidFill>
                  <a:schemeClr val="tx1"/>
                </a:solidFill>
                <a:latin typeface="+mj-lt"/>
                <a:ea typeface="+mj-ea"/>
                <a:cs typeface="+mj-cs"/>
              </a:rPr>
              <a:t>Giao </a:t>
            </a:r>
            <a:r>
              <a:rPr lang="en-US" sz="5400" b="1" kern="1200" dirty="0" err="1">
                <a:ln/>
                <a:solidFill>
                  <a:schemeClr val="tx1"/>
                </a:solidFill>
                <a:latin typeface="+mj-lt"/>
                <a:ea typeface="+mj-ea"/>
                <a:cs typeface="+mj-cs"/>
              </a:rPr>
              <a:t>diện</a:t>
            </a:r>
            <a:r>
              <a:rPr lang="en-US" sz="5400" b="1" kern="1200" dirty="0">
                <a:ln/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b="1" kern="1200" dirty="0" err="1">
                <a:ln/>
                <a:solidFill>
                  <a:schemeClr val="tx1"/>
                </a:solidFill>
                <a:latin typeface="+mj-lt"/>
                <a:ea typeface="+mj-ea"/>
                <a:cs typeface="+mj-cs"/>
              </a:rPr>
              <a:t>điều</a:t>
            </a:r>
            <a:r>
              <a:rPr lang="en-US" sz="5400" b="1" kern="1200" dirty="0">
                <a:ln/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b="1" kern="1200" dirty="0" err="1">
                <a:ln/>
                <a:solidFill>
                  <a:schemeClr val="tx1"/>
                </a:solidFill>
                <a:latin typeface="+mj-lt"/>
                <a:ea typeface="+mj-ea"/>
                <a:cs typeface="+mj-cs"/>
              </a:rPr>
              <a:t>khiển</a:t>
            </a:r>
            <a:endParaRPr lang="en-US" sz="5400" b="1" kern="1200" dirty="0">
              <a:ln/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7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D7D15A-2BB9-32A6-FFB9-8475D7A1E0C6}"/>
              </a:ext>
            </a:extLst>
          </p:cNvPr>
          <p:cNvSpPr/>
          <p:nvPr/>
        </p:nvSpPr>
        <p:spPr>
          <a:xfrm>
            <a:off x="378691" y="2807208"/>
            <a:ext cx="3925454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342900" marR="0" lvl="0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</a:rPr>
              <a:t>Khi ở mode Manual (Auto </a:t>
            </a:r>
            <a:r>
              <a:rPr lang="en-US" sz="1400" dirty="0" err="1">
                <a:effectLst/>
              </a:rPr>
              <a:t>chưa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bật</a:t>
            </a:r>
            <a:r>
              <a:rPr lang="en-US" sz="1400" dirty="0">
                <a:effectLst/>
              </a:rPr>
              <a:t>), </a:t>
            </a:r>
            <a:r>
              <a:rPr lang="en-US" sz="1400" dirty="0" err="1">
                <a:effectLst/>
              </a:rPr>
              <a:t>có</a:t>
            </a:r>
            <a:r>
              <a:rPr lang="en-US" sz="1400" dirty="0">
                <a:effectLst/>
              </a:rPr>
              <a:t> 2 </a:t>
            </a:r>
            <a:r>
              <a:rPr lang="en-US" sz="1400" dirty="0" err="1">
                <a:effectLst/>
              </a:rPr>
              <a:t>chức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năng</a:t>
            </a:r>
            <a:r>
              <a:rPr lang="en-US" sz="1400" dirty="0">
                <a:effectLst/>
              </a:rPr>
              <a:t> empty </a:t>
            </a:r>
            <a:r>
              <a:rPr lang="en-US" sz="1400" dirty="0" err="1">
                <a:effectLst/>
              </a:rPr>
              <a:t>và</a:t>
            </a:r>
            <a:r>
              <a:rPr lang="en-US" sz="1400" dirty="0">
                <a:effectLst/>
              </a:rPr>
              <a:t> checking system </a:t>
            </a:r>
            <a:r>
              <a:rPr lang="en-US" sz="1400" dirty="0" err="1">
                <a:effectLst/>
              </a:rPr>
              <a:t>với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khoảng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thời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gian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được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tùy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chỉnh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bên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dưới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nút</a:t>
            </a:r>
            <a:r>
              <a:rPr lang="en-US" sz="1400" dirty="0">
                <a:effectLst/>
              </a:rPr>
              <a:t>.</a:t>
            </a:r>
          </a:p>
          <a:p>
            <a:pPr marL="342900" marR="0" lvl="0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</a:rPr>
              <a:t>Khi ở mode Auto, </a:t>
            </a:r>
            <a:r>
              <a:rPr lang="en-US" sz="1400" dirty="0" err="1">
                <a:effectLst/>
              </a:rPr>
              <a:t>hệ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thống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sẽ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lấy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số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lượt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bơm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và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độ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ưu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tiên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của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các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bình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tại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mục</a:t>
            </a:r>
            <a:r>
              <a:rPr lang="en-US" sz="1400" dirty="0">
                <a:effectLst/>
              </a:rPr>
              <a:t> Order, </a:t>
            </a:r>
            <a:r>
              <a:rPr lang="en-US" sz="1400" dirty="0" err="1">
                <a:effectLst/>
              </a:rPr>
              <a:t>mỗi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khi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hoàn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thành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bơm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đủ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lượt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cho</a:t>
            </a:r>
            <a:r>
              <a:rPr lang="en-US" sz="1400" dirty="0">
                <a:effectLst/>
              </a:rPr>
              <a:t> 1 </a:t>
            </a:r>
            <a:r>
              <a:rPr lang="en-US" sz="1400" dirty="0" err="1">
                <a:effectLst/>
              </a:rPr>
              <a:t>bình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sẽ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bật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đèn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báo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phía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dưới</a:t>
            </a:r>
            <a:r>
              <a:rPr lang="en-US" sz="1400" dirty="0">
                <a:effectLst/>
              </a:rPr>
              <a:t>.</a:t>
            </a:r>
          </a:p>
          <a:p>
            <a:pPr marL="342900" marR="0" lvl="0" indent="-2286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effectLst/>
              </a:rPr>
              <a:t>Khi </a:t>
            </a:r>
            <a:r>
              <a:rPr lang="en-US" sz="1400" dirty="0" err="1">
                <a:effectLst/>
              </a:rPr>
              <a:t>đầy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bình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đang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bơm</a:t>
            </a:r>
            <a:r>
              <a:rPr lang="en-US" sz="1400" dirty="0">
                <a:effectLst/>
              </a:rPr>
              <a:t>, </a:t>
            </a:r>
            <a:r>
              <a:rPr lang="en-US" sz="1400" dirty="0" err="1">
                <a:effectLst/>
              </a:rPr>
              <a:t>nếu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cần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cấp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nước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đi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thì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mở</a:t>
            </a:r>
            <a:r>
              <a:rPr lang="en-US" sz="1400" dirty="0">
                <a:effectLst/>
              </a:rPr>
              <a:t> van </a:t>
            </a:r>
            <a:r>
              <a:rPr lang="en-US" sz="1400" dirty="0" err="1">
                <a:effectLst/>
              </a:rPr>
              <a:t>phải</a:t>
            </a:r>
            <a:r>
              <a:rPr lang="en-US" sz="1400" dirty="0">
                <a:effectLst/>
              </a:rPr>
              <a:t>, </a:t>
            </a:r>
            <a:r>
              <a:rPr lang="en-US" sz="1400" dirty="0" err="1">
                <a:effectLst/>
              </a:rPr>
              <a:t>nếu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cần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cấp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loại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nước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khác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sẽ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mở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máy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bơm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phía</a:t>
            </a:r>
            <a:r>
              <a:rPr lang="en-US" sz="1400" dirty="0">
                <a:effectLst/>
              </a:rPr>
              <a:t> </a:t>
            </a:r>
            <a:r>
              <a:rPr lang="en-US" sz="1400" dirty="0" err="1">
                <a:effectLst/>
              </a:rPr>
              <a:t>dưới</a:t>
            </a:r>
            <a:r>
              <a:rPr lang="en-US" sz="1400" dirty="0">
                <a:effectLst/>
              </a:rPr>
              <a:t>.</a:t>
            </a:r>
          </a:p>
        </p:txBody>
      </p:sp>
      <p:pic>
        <p:nvPicPr>
          <p:cNvPr id="2" name="Picture 1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8345D212-8E04-BD4C-69D3-9A82876F14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4296" y="995439"/>
            <a:ext cx="6903720" cy="486712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36666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03CEEE-FA6A-DB93-DF49-D6239008A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33FB4FA-4B17-903A-83EB-3A264F3F421C}"/>
              </a:ext>
            </a:extLst>
          </p:cNvPr>
          <p:cNvSpPr/>
          <p:nvPr/>
        </p:nvSpPr>
        <p:spPr>
          <a:xfrm>
            <a:off x="8079978" y="251865"/>
            <a:ext cx="3369234" cy="10781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dirty="0" err="1">
                <a:ln/>
                <a:latin typeface="+mj-lt"/>
                <a:ea typeface="+mj-ea"/>
                <a:cs typeface="+mj-cs"/>
              </a:rPr>
              <a:t>Chức</a:t>
            </a:r>
            <a:r>
              <a:rPr lang="en-US" sz="3200" b="1" dirty="0">
                <a:ln/>
                <a:latin typeface="+mj-lt"/>
                <a:ea typeface="+mj-ea"/>
                <a:cs typeface="+mj-cs"/>
              </a:rPr>
              <a:t> </a:t>
            </a:r>
            <a:r>
              <a:rPr lang="en-US" sz="3200" b="1" dirty="0" err="1">
                <a:ln/>
                <a:latin typeface="+mj-lt"/>
                <a:ea typeface="+mj-ea"/>
                <a:cs typeface="+mj-cs"/>
              </a:rPr>
              <a:t>năng</a:t>
            </a:r>
            <a:r>
              <a:rPr lang="en-US" sz="3200" b="1" dirty="0">
                <a:ln/>
                <a:latin typeface="+mj-lt"/>
                <a:ea typeface="+mj-ea"/>
                <a:cs typeface="+mj-cs"/>
              </a:rPr>
              <a:t> </a:t>
            </a:r>
            <a:r>
              <a:rPr lang="en-US" sz="3200" b="1" dirty="0" err="1">
                <a:ln/>
                <a:latin typeface="+mj-lt"/>
                <a:ea typeface="+mj-ea"/>
                <a:cs typeface="+mj-cs"/>
              </a:rPr>
              <a:t>theo</a:t>
            </a:r>
            <a:r>
              <a:rPr lang="en-US" sz="3200" b="1" dirty="0">
                <a:ln/>
                <a:latin typeface="+mj-lt"/>
                <a:ea typeface="+mj-ea"/>
                <a:cs typeface="+mj-cs"/>
              </a:rPr>
              <a:t> </a:t>
            </a:r>
            <a:r>
              <a:rPr lang="en-US" sz="3200" b="1" dirty="0" err="1">
                <a:ln/>
                <a:latin typeface="+mj-lt"/>
                <a:ea typeface="+mj-ea"/>
                <a:cs typeface="+mj-cs"/>
              </a:rPr>
              <a:t>dõi</a:t>
            </a:r>
            <a:r>
              <a:rPr lang="en-US" sz="3200" b="1" dirty="0">
                <a:ln/>
                <a:latin typeface="+mj-lt"/>
                <a:ea typeface="+mj-ea"/>
                <a:cs typeface="+mj-cs"/>
              </a:rPr>
              <a:t> </a:t>
            </a:r>
            <a:r>
              <a:rPr lang="en-US" sz="3200" b="1" dirty="0" err="1">
                <a:ln/>
                <a:latin typeface="+mj-lt"/>
                <a:ea typeface="+mj-ea"/>
                <a:cs typeface="+mj-cs"/>
              </a:rPr>
              <a:t>trạng</a:t>
            </a:r>
            <a:r>
              <a:rPr lang="en-US" sz="3200" b="1" dirty="0">
                <a:ln/>
                <a:latin typeface="+mj-lt"/>
                <a:ea typeface="+mj-ea"/>
                <a:cs typeface="+mj-cs"/>
              </a:rPr>
              <a:t> </a:t>
            </a:r>
            <a:r>
              <a:rPr lang="en-US" sz="3200" b="1" dirty="0" err="1">
                <a:ln/>
                <a:latin typeface="+mj-lt"/>
                <a:ea typeface="+mj-ea"/>
                <a:cs typeface="+mj-cs"/>
              </a:rPr>
              <a:t>thái</a:t>
            </a:r>
            <a:endParaRPr lang="en-US" sz="3200" b="1" dirty="0">
              <a:ln/>
              <a:latin typeface="+mj-lt"/>
              <a:ea typeface="+mj-ea"/>
              <a:cs typeface="+mj-cs"/>
            </a:endParaRPr>
          </a:p>
        </p:txBody>
      </p:sp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E0A59BF0-2960-BFE7-FAC1-6985EE3DE6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1803"/>
          <a:stretch/>
        </p:blipFill>
        <p:spPr bwMode="auto">
          <a:xfrm>
            <a:off x="20" y="10"/>
            <a:ext cx="7390243" cy="6857990"/>
          </a:xfrm>
          <a:prstGeom prst="rect">
            <a:avLst/>
          </a:prstGeom>
          <a:noFill/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AE3A741D-C19B-960A-5803-1C5887147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879677" y="2347416"/>
            <a:ext cx="1630908" cy="7390262"/>
          </a:xfrm>
          <a:prstGeom prst="rect">
            <a:avLst/>
          </a:prstGeom>
          <a:gradFill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C39DE25-0E4E-0AA7-0932-1D78C2372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 flipV="1">
            <a:off x="-1919061" y="1919060"/>
            <a:ext cx="6854280" cy="301615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D6EA299-0840-6DEA-E670-C49AEBC87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461657" y="4425055"/>
            <a:ext cx="2928605" cy="243294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1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8ADA7B8C-0E8A-5C7F-3055-41331B874C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9978" y="1603799"/>
            <a:ext cx="3369234" cy="344783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342900" marR="0" lvl="0" indent="-228600" algn="just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</a:rPr>
              <a:t>Khi </a:t>
            </a:r>
            <a:r>
              <a:rPr lang="en-US" sz="1600" dirty="0" err="1">
                <a:effectLst/>
              </a:rPr>
              <a:t>các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chức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năng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tại</a:t>
            </a:r>
            <a:r>
              <a:rPr lang="en-US" sz="1600" dirty="0">
                <a:effectLst/>
              </a:rPr>
              <a:t> mode Manual </a:t>
            </a:r>
            <a:r>
              <a:rPr lang="en-US" sz="1600" dirty="0" err="1">
                <a:effectLst/>
              </a:rPr>
              <a:t>đang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hoạt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động</a:t>
            </a:r>
            <a:r>
              <a:rPr lang="en-US" sz="1600" dirty="0">
                <a:effectLst/>
              </a:rPr>
              <a:t>, </a:t>
            </a:r>
            <a:r>
              <a:rPr lang="en-US" sz="1600" dirty="0" err="1">
                <a:effectLst/>
              </a:rPr>
              <a:t>đèn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thông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báo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tương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ứng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sẽ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bật</a:t>
            </a:r>
            <a:r>
              <a:rPr lang="en-US" sz="1600" dirty="0">
                <a:effectLst/>
              </a:rPr>
              <a:t>.</a:t>
            </a:r>
          </a:p>
          <a:p>
            <a:pPr marL="114300" marR="0" lvl="0" algn="just">
              <a:lnSpc>
                <a:spcPct val="160000"/>
              </a:lnSpc>
            </a:pPr>
            <a:endParaRPr lang="en-US" sz="1600" dirty="0">
              <a:effectLst/>
            </a:endParaRPr>
          </a:p>
          <a:p>
            <a:pPr marL="342900" marR="0" lvl="0" indent="-228600" algn="just">
              <a:lnSpc>
                <a:spcPct val="16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effectLst/>
              </a:rPr>
              <a:t>Khi Auto </a:t>
            </a:r>
            <a:r>
              <a:rPr lang="en-US" sz="1600" dirty="0" err="1">
                <a:effectLst/>
              </a:rPr>
              <a:t>đã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bật</a:t>
            </a:r>
            <a:r>
              <a:rPr lang="en-US" sz="1600" dirty="0">
                <a:effectLst/>
              </a:rPr>
              <a:t>, </a:t>
            </a:r>
            <a:r>
              <a:rPr lang="en-US" sz="1600" dirty="0" err="1">
                <a:effectLst/>
              </a:rPr>
              <a:t>thứ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tự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ưu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tiên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đang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xét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sẽ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hiển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thị</a:t>
            </a:r>
            <a:r>
              <a:rPr lang="en-US" sz="1600" dirty="0">
                <a:effectLst/>
              </a:rPr>
              <a:t> ở </a:t>
            </a:r>
            <a:r>
              <a:rPr lang="en-US" sz="1600" dirty="0" err="1">
                <a:effectLst/>
              </a:rPr>
              <a:t>mục</a:t>
            </a:r>
            <a:r>
              <a:rPr lang="en-US" sz="1600" dirty="0">
                <a:effectLst/>
              </a:rPr>
              <a:t> Mode, </a:t>
            </a:r>
            <a:r>
              <a:rPr lang="en-US" sz="1600" dirty="0" err="1">
                <a:effectLst/>
              </a:rPr>
              <a:t>bình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nước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đang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được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bơm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sẽ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hiển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thị</a:t>
            </a:r>
            <a:r>
              <a:rPr lang="en-US" sz="1600" dirty="0">
                <a:effectLst/>
              </a:rPr>
              <a:t> ở Turn. </a:t>
            </a:r>
            <a:r>
              <a:rPr lang="en-US" sz="1600" dirty="0" err="1">
                <a:effectLst/>
              </a:rPr>
              <a:t>Các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thông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số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về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số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lần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bơm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và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độ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ưu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tiên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sẽ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được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lưu</a:t>
            </a:r>
            <a:r>
              <a:rPr lang="en-US" sz="1600" dirty="0">
                <a:effectLst/>
              </a:rPr>
              <a:t> </a:t>
            </a:r>
            <a:r>
              <a:rPr lang="en-US" sz="1600" dirty="0" err="1">
                <a:effectLst/>
              </a:rPr>
              <a:t>lại</a:t>
            </a:r>
            <a:r>
              <a:rPr lang="en-US" sz="1600" dirty="0">
                <a:effectLst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812E76-B71C-7A21-DFB6-B75C5B377FCD}"/>
              </a:ext>
            </a:extLst>
          </p:cNvPr>
          <p:cNvSpPr txBox="1"/>
          <p:nvPr/>
        </p:nvSpPr>
        <p:spPr>
          <a:xfrm>
            <a:off x="5162719" y="4883544"/>
            <a:ext cx="6586915" cy="15569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716029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C15898-B087-0BD7-C9F8-ECF162DC5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CED27B8C-A25D-A662-5B77-4988D2C62A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970" b="-1"/>
          <a:stretch/>
        </p:blipFill>
        <p:spPr>
          <a:xfrm>
            <a:off x="-23917" y="0"/>
            <a:ext cx="7572605" cy="6857990"/>
          </a:xfrm>
          <a:prstGeom prst="rect">
            <a:avLst/>
          </a:prstGeom>
        </p:spPr>
      </p:pic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49EDD1B-F94D-B4E6-ACAA-566B9A26F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9939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D25CD5A1-4475-3599-F77E-45602020BF17}"/>
              </a:ext>
            </a:extLst>
          </p:cNvPr>
          <p:cNvSpPr/>
          <p:nvPr/>
        </p:nvSpPr>
        <p:spPr>
          <a:xfrm>
            <a:off x="7576750" y="221099"/>
            <a:ext cx="4615250" cy="4821956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marL="228600" marR="0">
              <a:lnSpc>
                <a:spcPct val="160000"/>
              </a:lnSpc>
              <a:spcAft>
                <a:spcPts val="800"/>
              </a:spcAft>
            </a:pPr>
            <a:r>
              <a:rPr lang="en-US" sz="5100" dirty="0" err="1">
                <a:effectLst/>
              </a:rPr>
              <a:t>Chức</a:t>
            </a:r>
            <a:r>
              <a:rPr lang="en-US" sz="5100" dirty="0">
                <a:effectLst/>
              </a:rPr>
              <a:t> </a:t>
            </a:r>
            <a:r>
              <a:rPr lang="en-US" sz="5100" dirty="0" err="1">
                <a:effectLst/>
              </a:rPr>
              <a:t>năng</a:t>
            </a:r>
            <a:r>
              <a:rPr lang="en-US" sz="5100" dirty="0">
                <a:effectLst/>
              </a:rPr>
              <a:t> </a:t>
            </a:r>
            <a:r>
              <a:rPr lang="en-US" sz="5100" dirty="0" err="1">
                <a:effectLst/>
              </a:rPr>
              <a:t>phân</a:t>
            </a:r>
            <a:r>
              <a:rPr lang="en-US" sz="5100" dirty="0">
                <a:effectLst/>
              </a:rPr>
              <a:t> </a:t>
            </a:r>
            <a:r>
              <a:rPr lang="en-US" sz="5100" dirty="0" err="1">
                <a:effectLst/>
              </a:rPr>
              <a:t>tích</a:t>
            </a:r>
            <a:r>
              <a:rPr lang="en-US" sz="5100" dirty="0">
                <a:effectLst/>
              </a:rPr>
              <a:t> </a:t>
            </a:r>
            <a:r>
              <a:rPr lang="en-US" sz="5100" dirty="0" err="1">
                <a:effectLst/>
              </a:rPr>
              <a:t>và</a:t>
            </a:r>
            <a:r>
              <a:rPr lang="en-US" sz="5100" dirty="0">
                <a:effectLst/>
              </a:rPr>
              <a:t> </a:t>
            </a:r>
            <a:r>
              <a:rPr lang="en-US" sz="5100" dirty="0" err="1">
                <a:effectLst/>
              </a:rPr>
              <a:t>thống</a:t>
            </a:r>
            <a:r>
              <a:rPr lang="en-US" sz="5100" dirty="0">
                <a:effectLst/>
              </a:rPr>
              <a:t> </a:t>
            </a:r>
            <a:r>
              <a:rPr lang="en-US" sz="5100" dirty="0" err="1">
                <a:effectLst/>
              </a:rPr>
              <a:t>kê</a:t>
            </a:r>
            <a:endParaRPr lang="en-US" sz="5100" dirty="0">
              <a:effectLst/>
            </a:endParaRPr>
          </a:p>
          <a:p>
            <a:pPr marL="228600" marR="0">
              <a:lnSpc>
                <a:spcPct val="160000"/>
              </a:lnSpc>
              <a:spcAft>
                <a:spcPts val="800"/>
              </a:spcAft>
            </a:pPr>
            <a:endParaRPr lang="en-US" sz="2000" dirty="0"/>
          </a:p>
          <a:p>
            <a:pPr marL="228600" marR="0">
              <a:lnSpc>
                <a:spcPct val="160000"/>
              </a:lnSpc>
              <a:spcAft>
                <a:spcPts val="800"/>
              </a:spcAft>
            </a:pPr>
            <a:endParaRPr lang="en-US" sz="2000" dirty="0"/>
          </a:p>
          <a:p>
            <a:pPr marL="228600" marR="0">
              <a:lnSpc>
                <a:spcPct val="160000"/>
              </a:lnSpc>
              <a:spcAft>
                <a:spcPts val="800"/>
              </a:spcAft>
            </a:pPr>
            <a:r>
              <a:rPr lang="en-US" sz="2000" dirty="0"/>
              <a:t>     </a:t>
            </a:r>
            <a:r>
              <a:rPr lang="en-US" sz="2600" dirty="0">
                <a:effectLst/>
              </a:rPr>
              <a:t>Sau </a:t>
            </a:r>
            <a:r>
              <a:rPr lang="en-US" sz="2600" dirty="0" err="1">
                <a:effectLst/>
              </a:rPr>
              <a:t>mỗi</a:t>
            </a:r>
            <a:r>
              <a:rPr lang="en-US" sz="2600" dirty="0">
                <a:effectLst/>
              </a:rPr>
              <a:t> </a:t>
            </a:r>
            <a:r>
              <a:rPr lang="en-US" sz="2600" dirty="0" err="1">
                <a:effectLst/>
              </a:rPr>
              <a:t>lần</a:t>
            </a:r>
            <a:r>
              <a:rPr lang="en-US" sz="2600" dirty="0">
                <a:effectLst/>
              </a:rPr>
              <a:t> </a:t>
            </a:r>
            <a:r>
              <a:rPr lang="en-US" sz="2600" dirty="0" err="1">
                <a:effectLst/>
              </a:rPr>
              <a:t>cấp</a:t>
            </a:r>
            <a:r>
              <a:rPr lang="en-US" sz="2600" dirty="0">
                <a:effectLst/>
              </a:rPr>
              <a:t> </a:t>
            </a:r>
            <a:r>
              <a:rPr lang="en-US" sz="2600" dirty="0" err="1">
                <a:effectLst/>
              </a:rPr>
              <a:t>nước</a:t>
            </a:r>
            <a:r>
              <a:rPr lang="en-US" sz="2600" dirty="0">
                <a:effectLst/>
              </a:rPr>
              <a:t> </a:t>
            </a:r>
            <a:r>
              <a:rPr lang="en-US" sz="2600" dirty="0" err="1">
                <a:effectLst/>
              </a:rPr>
              <a:t>thành</a:t>
            </a:r>
            <a:r>
              <a:rPr lang="en-US" sz="2600" dirty="0">
                <a:effectLst/>
              </a:rPr>
              <a:t> </a:t>
            </a:r>
            <a:r>
              <a:rPr lang="en-US" sz="2600" dirty="0" err="1">
                <a:effectLst/>
              </a:rPr>
              <a:t>công</a:t>
            </a:r>
            <a:r>
              <a:rPr lang="en-US" sz="2600" dirty="0">
                <a:effectLst/>
              </a:rPr>
              <a:t>, </a:t>
            </a:r>
            <a:r>
              <a:rPr lang="en-US" sz="2600" dirty="0" err="1">
                <a:effectLst/>
              </a:rPr>
              <a:t>giá</a:t>
            </a:r>
            <a:r>
              <a:rPr lang="en-US" sz="2600" dirty="0">
                <a:effectLst/>
              </a:rPr>
              <a:t> </a:t>
            </a:r>
            <a:r>
              <a:rPr lang="en-US" sz="2600" dirty="0" err="1">
                <a:effectLst/>
              </a:rPr>
              <a:t>trị</a:t>
            </a:r>
            <a:r>
              <a:rPr lang="en-US" sz="2600" dirty="0">
                <a:effectLst/>
              </a:rPr>
              <a:t> pH </a:t>
            </a:r>
            <a:r>
              <a:rPr lang="en-US" sz="2600" dirty="0" err="1">
                <a:effectLst/>
              </a:rPr>
              <a:t>sẽ</a:t>
            </a:r>
            <a:r>
              <a:rPr lang="en-US" sz="2600" dirty="0">
                <a:effectLst/>
              </a:rPr>
              <a:t> </a:t>
            </a:r>
            <a:r>
              <a:rPr lang="en-US" sz="2600" dirty="0" err="1">
                <a:effectLst/>
              </a:rPr>
              <a:t>được</a:t>
            </a:r>
            <a:r>
              <a:rPr lang="en-US" sz="2600" dirty="0">
                <a:effectLst/>
              </a:rPr>
              <a:t> </a:t>
            </a:r>
            <a:r>
              <a:rPr lang="en-US" sz="2600" dirty="0" err="1">
                <a:effectLst/>
              </a:rPr>
              <a:t>lưu</a:t>
            </a:r>
            <a:r>
              <a:rPr lang="en-US" sz="2600" dirty="0">
                <a:effectLst/>
              </a:rPr>
              <a:t> </a:t>
            </a:r>
            <a:r>
              <a:rPr lang="en-US" sz="2600" dirty="0" err="1">
                <a:effectLst/>
              </a:rPr>
              <a:t>lại</a:t>
            </a:r>
            <a:r>
              <a:rPr lang="en-US" sz="2600" dirty="0">
                <a:effectLst/>
              </a:rPr>
              <a:t>, </a:t>
            </a:r>
            <a:r>
              <a:rPr lang="en-US" sz="2600" dirty="0" err="1">
                <a:effectLst/>
              </a:rPr>
              <a:t>đồng</a:t>
            </a:r>
            <a:r>
              <a:rPr lang="en-US" sz="2600" dirty="0">
                <a:effectLst/>
              </a:rPr>
              <a:t> </a:t>
            </a:r>
            <a:r>
              <a:rPr lang="en-US" sz="2600" dirty="0" err="1">
                <a:effectLst/>
              </a:rPr>
              <a:t>thời</a:t>
            </a:r>
            <a:r>
              <a:rPr lang="en-US" sz="2600" dirty="0">
                <a:effectLst/>
              </a:rPr>
              <a:t> </a:t>
            </a:r>
            <a:r>
              <a:rPr lang="en-US" sz="2600" dirty="0" err="1">
                <a:effectLst/>
              </a:rPr>
              <a:t>đếm</a:t>
            </a:r>
            <a:r>
              <a:rPr lang="en-US" sz="2600" dirty="0">
                <a:effectLst/>
              </a:rPr>
              <a:t> </a:t>
            </a:r>
            <a:r>
              <a:rPr lang="en-US" sz="2600" dirty="0" err="1">
                <a:effectLst/>
              </a:rPr>
              <a:t>số</a:t>
            </a:r>
            <a:r>
              <a:rPr lang="en-US" sz="2600" dirty="0">
                <a:effectLst/>
              </a:rPr>
              <a:t> </a:t>
            </a:r>
            <a:r>
              <a:rPr lang="en-US" sz="2600" dirty="0" err="1">
                <a:effectLst/>
              </a:rPr>
              <a:t>lần</a:t>
            </a:r>
            <a:r>
              <a:rPr lang="en-US" sz="2600" dirty="0">
                <a:effectLst/>
              </a:rPr>
              <a:t>, </a:t>
            </a:r>
            <a:r>
              <a:rPr lang="en-US" sz="2600" dirty="0" err="1">
                <a:effectLst/>
              </a:rPr>
              <a:t>hiển</a:t>
            </a:r>
            <a:r>
              <a:rPr lang="en-US" sz="2600" dirty="0">
                <a:effectLst/>
              </a:rPr>
              <a:t> </a:t>
            </a:r>
            <a:r>
              <a:rPr lang="en-US" sz="2600" dirty="0" err="1">
                <a:effectLst/>
              </a:rPr>
              <a:t>thị</a:t>
            </a:r>
            <a:r>
              <a:rPr lang="en-US" sz="2600" dirty="0">
                <a:effectLst/>
              </a:rPr>
              <a:t> 5 </a:t>
            </a:r>
            <a:r>
              <a:rPr lang="en-US" sz="2600" dirty="0" err="1">
                <a:effectLst/>
              </a:rPr>
              <a:t>lần</a:t>
            </a:r>
            <a:r>
              <a:rPr lang="en-US" sz="2600" dirty="0">
                <a:effectLst/>
              </a:rPr>
              <a:t> </a:t>
            </a:r>
            <a:r>
              <a:rPr lang="en-US" sz="2600" dirty="0" err="1">
                <a:effectLst/>
              </a:rPr>
              <a:t>đo</a:t>
            </a:r>
            <a:r>
              <a:rPr lang="en-US" sz="2600" dirty="0">
                <a:effectLst/>
              </a:rPr>
              <a:t> </a:t>
            </a:r>
            <a:r>
              <a:rPr lang="en-US" sz="2600" dirty="0" err="1">
                <a:effectLst/>
              </a:rPr>
              <a:t>gần</a:t>
            </a:r>
            <a:r>
              <a:rPr lang="en-US" sz="2600" dirty="0">
                <a:effectLst/>
              </a:rPr>
              <a:t> </a:t>
            </a:r>
            <a:r>
              <a:rPr lang="en-US" sz="2600" dirty="0" err="1">
                <a:effectLst/>
              </a:rPr>
              <a:t>nhất</a:t>
            </a:r>
            <a:r>
              <a:rPr lang="en-US" sz="2600" dirty="0">
                <a:effectLst/>
              </a:rPr>
              <a:t> </a:t>
            </a:r>
            <a:r>
              <a:rPr lang="en-US" sz="2600" dirty="0" err="1">
                <a:effectLst/>
              </a:rPr>
              <a:t>cùng</a:t>
            </a:r>
            <a:r>
              <a:rPr lang="en-US" sz="2600" dirty="0">
                <a:effectLst/>
              </a:rPr>
              <a:t> </a:t>
            </a:r>
            <a:r>
              <a:rPr lang="en-US" sz="2600" dirty="0" err="1">
                <a:effectLst/>
              </a:rPr>
              <a:t>giá</a:t>
            </a:r>
            <a:r>
              <a:rPr lang="en-US" sz="2600" dirty="0">
                <a:effectLst/>
              </a:rPr>
              <a:t> </a:t>
            </a:r>
            <a:r>
              <a:rPr lang="en-US" sz="2600" dirty="0" err="1">
                <a:effectLst/>
              </a:rPr>
              <a:t>trị</a:t>
            </a:r>
            <a:r>
              <a:rPr lang="en-US" sz="2600" dirty="0">
                <a:effectLst/>
              </a:rPr>
              <a:t> Min, Max. </a:t>
            </a:r>
            <a:endParaRPr lang="en-US" sz="2600" dirty="0"/>
          </a:p>
          <a:p>
            <a:pPr marL="228600" marR="0">
              <a:lnSpc>
                <a:spcPct val="160000"/>
              </a:lnSpc>
              <a:spcAft>
                <a:spcPts val="800"/>
              </a:spcAft>
            </a:pPr>
            <a:r>
              <a:rPr lang="en-US" sz="2600" dirty="0"/>
              <a:t>     </a:t>
            </a:r>
            <a:r>
              <a:rPr lang="en-US" sz="2600" dirty="0" err="1">
                <a:effectLst/>
              </a:rPr>
              <a:t>Giá</a:t>
            </a:r>
            <a:r>
              <a:rPr lang="en-US" sz="2600" dirty="0">
                <a:effectLst/>
              </a:rPr>
              <a:t> </a:t>
            </a:r>
            <a:r>
              <a:rPr lang="en-US" sz="2600" dirty="0" err="1">
                <a:effectLst/>
              </a:rPr>
              <a:t>trị</a:t>
            </a:r>
            <a:r>
              <a:rPr lang="en-US" sz="2600" dirty="0">
                <a:effectLst/>
              </a:rPr>
              <a:t> </a:t>
            </a:r>
            <a:r>
              <a:rPr lang="en-US" sz="2600" dirty="0" err="1">
                <a:effectLst/>
              </a:rPr>
              <a:t>sẽ</a:t>
            </a:r>
            <a:r>
              <a:rPr lang="en-US" sz="2600" dirty="0">
                <a:effectLst/>
              </a:rPr>
              <a:t> </a:t>
            </a:r>
            <a:r>
              <a:rPr lang="en-US" sz="2600" dirty="0" err="1">
                <a:effectLst/>
              </a:rPr>
              <a:t>khởi</a:t>
            </a:r>
            <a:r>
              <a:rPr lang="en-US" sz="2600" dirty="0">
                <a:effectLst/>
              </a:rPr>
              <a:t> </a:t>
            </a:r>
            <a:r>
              <a:rPr lang="en-US" sz="2600" dirty="0" err="1">
                <a:effectLst/>
              </a:rPr>
              <a:t>tạo</a:t>
            </a:r>
            <a:r>
              <a:rPr lang="en-US" sz="2600" dirty="0">
                <a:effectLst/>
              </a:rPr>
              <a:t> </a:t>
            </a:r>
            <a:r>
              <a:rPr lang="en-US" sz="2600" dirty="0" err="1">
                <a:effectLst/>
              </a:rPr>
              <a:t>về</a:t>
            </a:r>
            <a:r>
              <a:rPr lang="en-US" sz="2600" dirty="0">
                <a:effectLst/>
              </a:rPr>
              <a:t> 0 </a:t>
            </a:r>
            <a:r>
              <a:rPr lang="en-US" sz="2600" dirty="0" err="1">
                <a:effectLst/>
              </a:rPr>
              <a:t>khi</a:t>
            </a:r>
            <a:r>
              <a:rPr lang="en-US" sz="2600" dirty="0">
                <a:effectLst/>
              </a:rPr>
              <a:t> </a:t>
            </a:r>
            <a:r>
              <a:rPr lang="en-US" sz="2600" dirty="0" err="1">
                <a:effectLst/>
              </a:rPr>
              <a:t>nhấn</a:t>
            </a:r>
            <a:r>
              <a:rPr lang="en-US" sz="2600" dirty="0">
                <a:effectLst/>
              </a:rPr>
              <a:t> </a:t>
            </a:r>
            <a:r>
              <a:rPr lang="en-US" sz="2600" dirty="0" err="1">
                <a:effectLst/>
              </a:rPr>
              <a:t>nút</a:t>
            </a:r>
            <a:r>
              <a:rPr lang="en-US" sz="2600" dirty="0">
                <a:effectLst/>
              </a:rPr>
              <a:t> Reset. </a:t>
            </a:r>
          </a:p>
          <a:p>
            <a:pPr marL="228600" marR="0">
              <a:lnSpc>
                <a:spcPct val="160000"/>
              </a:lnSpc>
              <a:spcAft>
                <a:spcPts val="800"/>
              </a:spcAft>
            </a:pPr>
            <a:r>
              <a:rPr lang="en-US" sz="2600" dirty="0"/>
              <a:t>     </a:t>
            </a:r>
            <a:r>
              <a:rPr lang="en-US" sz="2600" dirty="0" err="1">
                <a:effectLst/>
              </a:rPr>
              <a:t>Biểu</a:t>
            </a:r>
            <a:r>
              <a:rPr lang="en-US" sz="2600" dirty="0">
                <a:effectLst/>
              </a:rPr>
              <a:t> </a:t>
            </a:r>
            <a:r>
              <a:rPr lang="en-US" sz="2600" dirty="0" err="1">
                <a:effectLst/>
              </a:rPr>
              <a:t>đồ</a:t>
            </a:r>
            <a:r>
              <a:rPr lang="en-US" sz="2600" dirty="0">
                <a:effectLst/>
              </a:rPr>
              <a:t> pH </a:t>
            </a:r>
            <a:r>
              <a:rPr lang="en-US" sz="2600" dirty="0" err="1">
                <a:effectLst/>
              </a:rPr>
              <a:t>theo</a:t>
            </a:r>
            <a:r>
              <a:rPr lang="en-US" sz="2600" dirty="0">
                <a:effectLst/>
              </a:rPr>
              <a:t> </a:t>
            </a:r>
            <a:r>
              <a:rPr lang="en-US" sz="2600" dirty="0" err="1">
                <a:effectLst/>
              </a:rPr>
              <a:t>thời</a:t>
            </a:r>
            <a:r>
              <a:rPr lang="en-US" sz="2600" dirty="0">
                <a:effectLst/>
              </a:rPr>
              <a:t> </a:t>
            </a:r>
            <a:r>
              <a:rPr lang="en-US" sz="2600" dirty="0" err="1">
                <a:effectLst/>
              </a:rPr>
              <a:t>gian</a:t>
            </a:r>
            <a:r>
              <a:rPr lang="en-US" sz="2600" dirty="0">
                <a:effectLst/>
              </a:rPr>
              <a:t> </a:t>
            </a:r>
            <a:r>
              <a:rPr lang="en-US" sz="2600" dirty="0" err="1">
                <a:effectLst/>
              </a:rPr>
              <a:t>sẽ</a:t>
            </a:r>
            <a:r>
              <a:rPr lang="en-US" sz="2600" dirty="0">
                <a:effectLst/>
              </a:rPr>
              <a:t> </a:t>
            </a:r>
            <a:r>
              <a:rPr lang="en-US" sz="2600" dirty="0" err="1">
                <a:effectLst/>
              </a:rPr>
              <a:t>được</a:t>
            </a:r>
            <a:r>
              <a:rPr lang="en-US" sz="2600" dirty="0">
                <a:effectLst/>
              </a:rPr>
              <a:t> </a:t>
            </a:r>
            <a:r>
              <a:rPr lang="en-US" sz="2600" dirty="0" err="1">
                <a:effectLst/>
              </a:rPr>
              <a:t>hiển</a:t>
            </a:r>
            <a:r>
              <a:rPr lang="en-US" sz="2600" dirty="0">
                <a:effectLst/>
              </a:rPr>
              <a:t> </a:t>
            </a:r>
            <a:r>
              <a:rPr lang="en-US" sz="2600" dirty="0" err="1">
                <a:effectLst/>
              </a:rPr>
              <a:t>thị</a:t>
            </a:r>
            <a:r>
              <a:rPr lang="en-US" sz="2600" dirty="0">
                <a:effectLst/>
              </a:rPr>
              <a:t>. </a:t>
            </a:r>
          </a:p>
          <a:p>
            <a:pPr marL="685800" marR="0" indent="-228600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000" dirty="0">
              <a:effectLst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E34F18C-4549-E53A-3F77-E627FC498D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80" y="3752850"/>
            <a:ext cx="7874000" cy="267843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344994-9B06-C509-73CC-DFF7C6C0A861}"/>
              </a:ext>
            </a:extLst>
          </p:cNvPr>
          <p:cNvSpPr txBox="1"/>
          <p:nvPr/>
        </p:nvSpPr>
        <p:spPr>
          <a:xfrm>
            <a:off x="516796" y="5395445"/>
            <a:ext cx="11158408" cy="464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dirty="0"/>
              <a:t>         </a:t>
            </a:r>
          </a:p>
        </p:txBody>
      </p:sp>
    </p:spTree>
    <p:extLst>
      <p:ext uri="{BB962C8B-B14F-4D97-AF65-F5344CB8AC3E}">
        <p14:creationId xmlns:p14="http://schemas.microsoft.com/office/powerpoint/2010/main" val="1702247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2E678EA-2F70-1EE9-0CB2-BF49C5AACA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3182" y="526546"/>
            <a:ext cx="4777381" cy="5635164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01FBE23-1B63-2943-4059-239FC8CA5AE4}"/>
              </a:ext>
            </a:extLst>
          </p:cNvPr>
          <p:cNvSpPr txBox="1"/>
          <p:nvPr/>
        </p:nvSpPr>
        <p:spPr>
          <a:xfrm>
            <a:off x="5865091" y="947651"/>
            <a:ext cx="5765800" cy="55064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R="0">
              <a:lnSpc>
                <a:spcPct val="90000"/>
              </a:lnSpc>
              <a:spcBef>
                <a:spcPts val="1200"/>
              </a:spcBef>
            </a:pPr>
            <a:r>
              <a:rPr lang="en-US" sz="3600" dirty="0" err="1">
                <a:effectLst/>
                <a:cs typeface="Times New Roman" panose="02020603050405020304" pitchFamily="18" charset="0"/>
              </a:rPr>
              <a:t>Chức</a:t>
            </a:r>
            <a:r>
              <a:rPr lang="en-US" sz="3600" dirty="0">
                <a:effectLst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effectLst/>
                <a:cs typeface="Times New Roman" panose="02020603050405020304" pitchFamily="18" charset="0"/>
              </a:rPr>
              <a:t>năng</a:t>
            </a:r>
            <a:r>
              <a:rPr lang="en-US" sz="3600" dirty="0">
                <a:effectLst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effectLst/>
                <a:cs typeface="Times New Roman" panose="02020603050405020304" pitchFamily="18" charset="0"/>
              </a:rPr>
              <a:t>phát</a:t>
            </a:r>
            <a:r>
              <a:rPr lang="en-US" sz="3600" dirty="0">
                <a:effectLst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effectLst/>
                <a:cs typeface="Times New Roman" panose="02020603050405020304" pitchFamily="18" charset="0"/>
              </a:rPr>
              <a:t>hiện</a:t>
            </a:r>
            <a:r>
              <a:rPr lang="en-US" sz="3600" dirty="0">
                <a:effectLst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effectLst/>
                <a:cs typeface="Times New Roman" panose="02020603050405020304" pitchFamily="18" charset="0"/>
              </a:rPr>
              <a:t>lỗi</a:t>
            </a:r>
            <a:endParaRPr lang="en-US" sz="3600" dirty="0">
              <a:effectLst/>
              <a:cs typeface="Times New Roman" panose="02020603050405020304" pitchFamily="18" charset="0"/>
            </a:endParaRPr>
          </a:p>
          <a:p>
            <a:pPr marR="0">
              <a:lnSpc>
                <a:spcPct val="90000"/>
              </a:lnSpc>
              <a:spcBef>
                <a:spcPts val="1200"/>
              </a:spcBef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>
              <a:lnSpc>
                <a:spcPct val="90000"/>
              </a:lnSpc>
              <a:spcBef>
                <a:spcPts val="1200"/>
              </a:spcBef>
            </a:pPr>
            <a:endParaRPr lang="en-US" sz="20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Nếu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lỗi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xuất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đèn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báo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tại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bảng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điều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khiển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sẽ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bật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hiển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thị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 id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lỗi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457200" marR="0">
              <a:lnSpc>
                <a:spcPct val="150000"/>
              </a:lnSpc>
            </a:pP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 </a:t>
            </a: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thống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sẽ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ngừng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hoạt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đến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đèn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báo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đã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tắt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đèn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báo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đang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bật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sẽ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tắt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nhấn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nút</a:t>
            </a:r>
            <a:r>
              <a:rPr lang="en-US" sz="18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Arial" panose="020B0604020202020204" pitchFamily="34" charset="0"/>
              </a:rPr>
              <a:t> stop.</a:t>
            </a:r>
            <a:endParaRPr lang="en-US" sz="1800" dirty="0">
              <a:effectLst/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0" marR="0" indent="-228600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131507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Slide Background Fill">
            <a:extLst>
              <a:ext uri="{FF2B5EF4-FFF2-40B4-BE49-F238E27FC236}">
                <a16:creationId xmlns:a16="http://schemas.microsoft.com/office/drawing/2014/main" id="{913AE63C-D5B4-45D1-ACFC-648CFFCF9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F9BC1723-BA65-43D8-83AA-7320C9BBE1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651279" y="598259"/>
            <a:chExt cx="10889442" cy="5680742"/>
          </a:xfrm>
        </p:grpSpPr>
        <p:sp>
          <p:nvSpPr>
            <p:cNvPr id="72" name="Color">
              <a:extLst>
                <a:ext uri="{FF2B5EF4-FFF2-40B4-BE49-F238E27FC236}">
                  <a16:creationId xmlns:a16="http://schemas.microsoft.com/office/drawing/2014/main" id="{4B6927E5-66D1-44F7-8EDD-F68A8F5F2C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3" name="Color">
              <a:extLst>
                <a:ext uri="{FF2B5EF4-FFF2-40B4-BE49-F238E27FC236}">
                  <a16:creationId xmlns:a16="http://schemas.microsoft.com/office/drawing/2014/main" id="{61866B59-BDFD-4494-9C20-6F892E135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92E232CA-11FF-2ED2-8CCC-C1FA9676CA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34992" y="1806916"/>
            <a:ext cx="2594349" cy="2207347"/>
          </a:xfrm>
          <a:prstGeom prst="rect">
            <a:avLst/>
          </a:prstGeom>
          <a:noFill/>
        </p:spPr>
      </p:pic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8B746C1E-3ECE-73A0-BAAE-1A4A9F8B11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59160" y="5745135"/>
            <a:ext cx="3937565" cy="1003692"/>
          </a:xfrm>
          <a:prstGeom prst="rect">
            <a:avLst/>
          </a:prstGeom>
          <a:noFill/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89EDAE1E-B4A6-5AAF-371E-1AF96472BB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578" y="349285"/>
            <a:ext cx="3937565" cy="924543"/>
          </a:xfrm>
          <a:prstGeom prst="rect">
            <a:avLst/>
          </a:prstGeom>
          <a:noFill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5096A68-05EB-9A2F-30C5-4E63ED9A3D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86324" y="4503507"/>
            <a:ext cx="7519882" cy="639188"/>
          </a:xfrm>
          <a:prstGeom prst="rect">
            <a:avLst/>
          </a:prstGeom>
          <a:noFill/>
        </p:spPr>
      </p:pic>
      <p:grpSp>
        <p:nvGrpSpPr>
          <p:cNvPr id="74" name="Group 73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8F9A0F8B-59EE-3B6D-DB07-ADECFFE946C3}"/>
              </a:ext>
            </a:extLst>
          </p:cNvPr>
          <p:cNvSpPr txBox="1"/>
          <p:nvPr/>
        </p:nvSpPr>
        <p:spPr>
          <a:xfrm>
            <a:off x="257304" y="-75916"/>
            <a:ext cx="6264656" cy="9375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b="1" dirty="0" err="1">
                <a:latin typeface="+mj-lt"/>
                <a:ea typeface="+mj-ea"/>
                <a:cs typeface="+mj-cs"/>
              </a:rPr>
              <a:t>C</a:t>
            </a:r>
            <a:r>
              <a:rPr lang="en-US" sz="4800" b="1" dirty="0" err="1">
                <a:effectLst/>
                <a:latin typeface="+mj-lt"/>
                <a:ea typeface="+mj-ea"/>
                <a:cs typeface="+mj-cs"/>
              </a:rPr>
              <a:t>ơ</a:t>
            </a:r>
            <a:r>
              <a:rPr lang="en-US" sz="4800" b="1" dirty="0">
                <a:effectLst/>
                <a:latin typeface="+mj-lt"/>
                <a:ea typeface="+mj-ea"/>
                <a:cs typeface="+mj-cs"/>
              </a:rPr>
              <a:t> </a:t>
            </a:r>
            <a:r>
              <a:rPr lang="en-US" sz="4800" b="1" dirty="0" err="1">
                <a:effectLst/>
                <a:latin typeface="+mj-lt"/>
                <a:ea typeface="+mj-ea"/>
                <a:cs typeface="+mj-cs"/>
              </a:rPr>
              <a:t>sở</a:t>
            </a:r>
            <a:r>
              <a:rPr lang="en-US" sz="4800" b="1" dirty="0">
                <a:effectLst/>
                <a:latin typeface="+mj-lt"/>
                <a:ea typeface="+mj-ea"/>
                <a:cs typeface="+mj-cs"/>
              </a:rPr>
              <a:t> </a:t>
            </a:r>
            <a:r>
              <a:rPr lang="en-US" sz="4800" b="1" dirty="0" err="1">
                <a:effectLst/>
                <a:latin typeface="+mj-lt"/>
                <a:ea typeface="+mj-ea"/>
                <a:cs typeface="+mj-cs"/>
              </a:rPr>
              <a:t>dữ</a:t>
            </a:r>
            <a:r>
              <a:rPr lang="en-US" sz="4800" b="1" dirty="0">
                <a:effectLst/>
                <a:latin typeface="+mj-lt"/>
                <a:ea typeface="+mj-ea"/>
                <a:cs typeface="+mj-cs"/>
              </a:rPr>
              <a:t> </a:t>
            </a:r>
            <a:r>
              <a:rPr lang="en-US" sz="4800" b="1" dirty="0" err="1">
                <a:effectLst/>
                <a:latin typeface="+mj-lt"/>
                <a:ea typeface="+mj-ea"/>
                <a:cs typeface="+mj-cs"/>
              </a:rPr>
              <a:t>liệu</a:t>
            </a:r>
            <a:endParaRPr lang="en-US" sz="4800" b="1" dirty="0">
              <a:effectLst/>
              <a:latin typeface="+mj-lt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EC3161-2A37-4FA1-D47E-1B059535F7D1}"/>
              </a:ext>
            </a:extLst>
          </p:cNvPr>
          <p:cNvSpPr txBox="1"/>
          <p:nvPr/>
        </p:nvSpPr>
        <p:spPr>
          <a:xfrm>
            <a:off x="307269" y="1223524"/>
            <a:ext cx="6331865" cy="56344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(1) ID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lỗi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xảy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ra.</a:t>
            </a:r>
            <a:endParaRPr lang="en-US" sz="16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">
              <a:lnSpc>
                <a:spcPct val="150000"/>
              </a:lnSpc>
              <a:spcBef>
                <a:spcPts val="1200"/>
              </a:spcBef>
            </a:pPr>
            <a:endParaRPr lang="en-US" sz="16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2860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(2)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nhấn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như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Start, Stop, Auto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ID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endParaRPr lang="en-US" sz="16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">
              <a:lnSpc>
                <a:spcPct val="150000"/>
              </a:lnSpc>
              <a:spcBef>
                <a:spcPts val="1200"/>
              </a:spcBef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2860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(3)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lần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lần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bơm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tiên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7150">
              <a:lnSpc>
                <a:spcPct val="150000"/>
              </a:lnSpc>
              <a:spcBef>
                <a:spcPts val="1200"/>
              </a:spcBef>
            </a:pPr>
            <a:endParaRPr lang="en-US" sz="16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2860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(4)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lần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ó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hang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trước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sẽ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hiển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thị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ID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hay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(1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0)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lần</a:t>
            </a:r>
            <a:r>
              <a:rPr lang="en-US" sz="1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bơm</a:t>
            </a:r>
            <a:endParaRPr lang="en-US" sz="1000" b="1" dirty="0">
              <a:effectLst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E120C7-EF70-B783-F210-3D9E4714F874}"/>
              </a:ext>
            </a:extLst>
          </p:cNvPr>
          <p:cNvSpPr txBox="1"/>
          <p:nvPr/>
        </p:nvSpPr>
        <p:spPr>
          <a:xfrm>
            <a:off x="10087854" y="549946"/>
            <a:ext cx="6640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796162-96F3-3C3F-F59C-5143A6446DC0}"/>
              </a:ext>
            </a:extLst>
          </p:cNvPr>
          <p:cNvSpPr txBox="1"/>
          <p:nvPr/>
        </p:nvSpPr>
        <p:spPr>
          <a:xfrm>
            <a:off x="9645018" y="2578044"/>
            <a:ext cx="6640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621A24-F6D4-96A0-3FB9-0AA116ADD88E}"/>
              </a:ext>
            </a:extLst>
          </p:cNvPr>
          <p:cNvSpPr txBox="1"/>
          <p:nvPr/>
        </p:nvSpPr>
        <p:spPr>
          <a:xfrm>
            <a:off x="11254486" y="4503507"/>
            <a:ext cx="6640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479E80-F3ED-5BD3-0A2C-70810AA5D4EE}"/>
              </a:ext>
            </a:extLst>
          </p:cNvPr>
          <p:cNvSpPr txBox="1"/>
          <p:nvPr/>
        </p:nvSpPr>
        <p:spPr>
          <a:xfrm>
            <a:off x="10779598" y="5980933"/>
            <a:ext cx="6640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endParaRPr lang="en-US" sz="2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7772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583</Words>
  <Application>Microsoft Office PowerPoint</Application>
  <PresentationFormat>Widescreen</PresentationFormat>
  <Paragraphs>51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Thuan Hoang</dc:creator>
  <cp:lastModifiedBy>Thuan Hoang</cp:lastModifiedBy>
  <cp:revision>75</cp:revision>
  <dcterms:created xsi:type="dcterms:W3CDTF">2024-11-22T08:52:09Z</dcterms:created>
  <dcterms:modified xsi:type="dcterms:W3CDTF">2024-12-31T08:38:59Z</dcterms:modified>
</cp:coreProperties>
</file>